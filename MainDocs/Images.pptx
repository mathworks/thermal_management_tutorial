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9" r:id="rId5"/>
    <p:sldId id="290" r:id="rId6"/>
    <p:sldId id="279" r:id="rId7"/>
    <p:sldId id="280" r:id="rId8"/>
    <p:sldId id="282" r:id="rId9"/>
    <p:sldId id="285" r:id="rId10"/>
    <p:sldId id="283" r:id="rId11"/>
    <p:sldId id="286" r:id="rId12"/>
    <p:sldId id="284" r:id="rId13"/>
    <p:sldId id="294" r:id="rId14"/>
    <p:sldId id="295" r:id="rId15"/>
    <p:sldId id="275" r:id="rId16"/>
    <p:sldId id="276" r:id="rId17"/>
    <p:sldId id="278" r:id="rId18"/>
    <p:sldId id="277" r:id="rId19"/>
    <p:sldId id="291" r:id="rId20"/>
    <p:sldId id="293" r:id="rId21"/>
    <p:sldId id="2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57E5B9-0117-4847-BCD1-110C04C175A9}">
          <p14:sldIdLst>
            <p14:sldId id="289"/>
            <p14:sldId id="290"/>
            <p14:sldId id="279"/>
            <p14:sldId id="280"/>
            <p14:sldId id="282"/>
            <p14:sldId id="285"/>
            <p14:sldId id="283"/>
            <p14:sldId id="286"/>
            <p14:sldId id="284"/>
            <p14:sldId id="294"/>
            <p14:sldId id="295"/>
          </p14:sldIdLst>
        </p14:section>
        <p14:section name="old" id="{7872FD00-0F0E-4DF0-9CD0-1EE91D632B5F}">
          <p14:sldIdLst>
            <p14:sldId id="275"/>
            <p14:sldId id="276"/>
            <p14:sldId id="278"/>
            <p14:sldId id="277"/>
            <p14:sldId id="291"/>
            <p14:sldId id="293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C67C"/>
    <a:srgbClr val="9064FF"/>
    <a:srgbClr val="E6B85C"/>
    <a:srgbClr val="FFFFFF"/>
    <a:srgbClr val="FF0000"/>
    <a:srgbClr val="FF6400"/>
    <a:srgbClr val="228B22"/>
    <a:srgbClr val="A020F6"/>
    <a:srgbClr val="0000FF"/>
    <a:srgbClr val="636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94" autoAdjust="0"/>
    <p:restoredTop sz="94660"/>
  </p:normalViewPr>
  <p:slideViewPr>
    <p:cSldViewPr>
      <p:cViewPr varScale="1">
        <p:scale>
          <a:sx n="55" d="100"/>
          <a:sy n="55" d="100"/>
        </p:scale>
        <p:origin x="52" y="460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2" d="100"/>
          <a:sy n="102" d="100"/>
        </p:scale>
        <p:origin x="352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</a:t>
            </a:r>
            <a:fld id="{7A5DCF06-F24C-994E-9BEC-4325F534396F}" type="datetimeyyyy">
              <a:rPr lang="en-US" sz="1003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</a:t>
            </a:fld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 dirty="0"/>
              <a:t>Click to add b</a:t>
            </a:r>
            <a:r>
              <a:rPr lang="en-US" sz="1805" dirty="0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 dirty="0"/>
              <a:t>Click to add headline</a:t>
            </a:r>
            <a:r>
              <a:rPr lang="en-US" sz="2005" b="1" dirty="0">
                <a:solidFill>
                  <a:prstClr val="black"/>
                </a:solidFill>
              </a:rPr>
              <a:t> providing value of feature</a:t>
            </a:r>
            <a:endParaRPr lang="en-US" dirty="0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sz="1604" dirty="0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 dirty="0">
                <a:latin typeface="Courier New" pitchFamily="49" charset="0"/>
                <a:cs typeface="Courier New" pitchFamily="49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 dirty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 dirty="0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8527E66-6DA7-AAC9-E1A2-804BEF2DFF4F}"/>
              </a:ext>
            </a:extLst>
          </p:cNvPr>
          <p:cNvSpPr/>
          <p:nvPr userDrawn="1"/>
        </p:nvSpPr>
        <p:spPr>
          <a:xfrm>
            <a:off x="8602226" y="7193577"/>
            <a:ext cx="457200" cy="307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226409-EB7E-D4F3-5879-AD3F7988E1B8}"/>
              </a:ext>
            </a:extLst>
          </p:cNvPr>
          <p:cNvSpPr/>
          <p:nvPr userDrawn="1"/>
        </p:nvSpPr>
        <p:spPr>
          <a:xfrm>
            <a:off x="9228741" y="7193577"/>
            <a:ext cx="457200" cy="30777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9BB41A-6D82-F649-C4D3-A2A22D623413}"/>
              </a:ext>
            </a:extLst>
          </p:cNvPr>
          <p:cNvSpPr/>
          <p:nvPr userDrawn="1"/>
        </p:nvSpPr>
        <p:spPr>
          <a:xfrm>
            <a:off x="9855256" y="7193577"/>
            <a:ext cx="457200" cy="307778"/>
          </a:xfrm>
          <a:prstGeom prst="rect">
            <a:avLst/>
          </a:prstGeom>
          <a:solidFill>
            <a:srgbClr val="A02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BDA2D1-EF6E-5E6E-42AE-8B04FFD4876C}"/>
              </a:ext>
            </a:extLst>
          </p:cNvPr>
          <p:cNvSpPr/>
          <p:nvPr userDrawn="1"/>
        </p:nvSpPr>
        <p:spPr>
          <a:xfrm>
            <a:off x="10481771" y="7193577"/>
            <a:ext cx="457200" cy="30777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C1CB73-A282-21E4-24BF-5024D5BC9A02}"/>
              </a:ext>
            </a:extLst>
          </p:cNvPr>
          <p:cNvSpPr/>
          <p:nvPr userDrawn="1"/>
        </p:nvSpPr>
        <p:spPr>
          <a:xfrm>
            <a:off x="11108286" y="7193577"/>
            <a:ext cx="457200" cy="307778"/>
          </a:xfrm>
          <a:prstGeom prst="rect">
            <a:avLst/>
          </a:prstGeom>
          <a:solidFill>
            <a:srgbClr val="FF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77CD30-6E36-5520-318C-3D779E64CCB5}"/>
              </a:ext>
            </a:extLst>
          </p:cNvPr>
          <p:cNvSpPr/>
          <p:nvPr userDrawn="1"/>
        </p:nvSpPr>
        <p:spPr>
          <a:xfrm>
            <a:off x="11734800" y="7193577"/>
            <a:ext cx="457200" cy="3077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A6C50C-FF5A-3F7A-1EAA-1792AEAEB5BA}"/>
              </a:ext>
            </a:extLst>
          </p:cNvPr>
          <p:cNvSpPr/>
          <p:nvPr userDrawn="1"/>
        </p:nvSpPr>
        <p:spPr>
          <a:xfrm>
            <a:off x="3218091" y="7193577"/>
            <a:ext cx="457200" cy="307778"/>
          </a:xfrm>
          <a:prstGeom prst="rect">
            <a:avLst/>
          </a:prstGeom>
          <a:solidFill>
            <a:srgbClr val="B73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CCBFEE-C545-EEF4-531F-290477FC1512}"/>
              </a:ext>
            </a:extLst>
          </p:cNvPr>
          <p:cNvSpPr/>
          <p:nvPr userDrawn="1"/>
        </p:nvSpPr>
        <p:spPr>
          <a:xfrm>
            <a:off x="3838830" y="7193577"/>
            <a:ext cx="457200" cy="307778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3510B4-391B-9125-FA3E-2B976B165818}"/>
              </a:ext>
            </a:extLst>
          </p:cNvPr>
          <p:cNvSpPr/>
          <p:nvPr userDrawn="1"/>
        </p:nvSpPr>
        <p:spPr>
          <a:xfrm>
            <a:off x="4460475" y="7193577"/>
            <a:ext cx="457200" cy="307778"/>
          </a:xfrm>
          <a:prstGeom prst="rect">
            <a:avLst/>
          </a:prstGeom>
          <a:solidFill>
            <a:srgbClr val="48A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B11715-D6F6-A64A-AE0A-966DD0FF1179}"/>
              </a:ext>
            </a:extLst>
          </p:cNvPr>
          <p:cNvSpPr/>
          <p:nvPr userDrawn="1"/>
        </p:nvSpPr>
        <p:spPr>
          <a:xfrm>
            <a:off x="5062152" y="7193577"/>
            <a:ext cx="457200" cy="307778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0E7715-9D73-8CE0-8BAE-74C39CCD4C92}"/>
              </a:ext>
            </a:extLst>
          </p:cNvPr>
          <p:cNvSpPr/>
          <p:nvPr userDrawn="1"/>
        </p:nvSpPr>
        <p:spPr>
          <a:xfrm>
            <a:off x="5688910" y="7193577"/>
            <a:ext cx="457200" cy="307778"/>
          </a:xfrm>
          <a:prstGeom prst="rect">
            <a:avLst/>
          </a:prstGeom>
          <a:solidFill>
            <a:srgbClr val="715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266A53-C08C-6D19-4EEC-4E1E8F72367D}"/>
              </a:ext>
            </a:extLst>
          </p:cNvPr>
          <p:cNvSpPr/>
          <p:nvPr userDrawn="1"/>
        </p:nvSpPr>
        <p:spPr>
          <a:xfrm>
            <a:off x="6309649" y="7193577"/>
            <a:ext cx="457200" cy="307778"/>
          </a:xfrm>
          <a:prstGeom prst="rect">
            <a:avLst/>
          </a:prstGeom>
          <a:solidFill>
            <a:srgbClr val="636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464436-E0FF-2768-3458-EEF35EC81B82}"/>
              </a:ext>
            </a:extLst>
          </p:cNvPr>
          <p:cNvSpPr/>
          <p:nvPr userDrawn="1"/>
        </p:nvSpPr>
        <p:spPr>
          <a:xfrm>
            <a:off x="713498" y="7193577"/>
            <a:ext cx="457200" cy="3077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69DD15-8C67-E374-D607-110BB3AFBE3B}"/>
              </a:ext>
            </a:extLst>
          </p:cNvPr>
          <p:cNvSpPr/>
          <p:nvPr userDrawn="1"/>
        </p:nvSpPr>
        <p:spPr>
          <a:xfrm>
            <a:off x="1298456" y="7193577"/>
            <a:ext cx="457200" cy="3077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F5C252-DA65-F835-D5D9-5B9AED4E8A02}"/>
              </a:ext>
            </a:extLst>
          </p:cNvPr>
          <p:cNvSpPr txBox="1"/>
          <p:nvPr userDrawn="1"/>
        </p:nvSpPr>
        <p:spPr>
          <a:xfrm>
            <a:off x="-31888" y="7162800"/>
            <a:ext cx="7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dirty="0"/>
              <a:t>BRAND</a:t>
            </a:r>
            <a:br>
              <a:rPr lang="en-US" sz="900" b="1" dirty="0"/>
            </a:br>
            <a:r>
              <a:rPr lang="en-US" sz="900" b="1" dirty="0"/>
              <a:t>COLORS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CE12E9-3C4D-62B2-6B04-17CC5C0D7A52}"/>
              </a:ext>
            </a:extLst>
          </p:cNvPr>
          <p:cNvSpPr/>
          <p:nvPr userDrawn="1"/>
        </p:nvSpPr>
        <p:spPr>
          <a:xfrm>
            <a:off x="2231608" y="7193577"/>
            <a:ext cx="457200" cy="307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378E04-BD40-82D5-0665-3355A9FA6EB7}"/>
              </a:ext>
            </a:extLst>
          </p:cNvPr>
          <p:cNvSpPr txBox="1"/>
          <p:nvPr userDrawn="1"/>
        </p:nvSpPr>
        <p:spPr>
          <a:xfrm>
            <a:off x="7847405" y="7162800"/>
            <a:ext cx="7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dirty="0"/>
              <a:t>CODE</a:t>
            </a:r>
            <a:br>
              <a:rPr lang="en-US" sz="900" b="1" dirty="0"/>
            </a:br>
            <a:r>
              <a:rPr lang="en-US" sz="900" b="1" dirty="0"/>
              <a:t>COLORS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EC32F08-7CBF-5E96-AA3C-CA86B533926A}"/>
              </a:ext>
            </a:extLst>
          </p:cNvPr>
          <p:cNvGrpSpPr/>
          <p:nvPr/>
        </p:nvGrpSpPr>
        <p:grpSpPr>
          <a:xfrm>
            <a:off x="191344" y="692696"/>
            <a:ext cx="9479207" cy="5040560"/>
            <a:chOff x="191344" y="692696"/>
            <a:chExt cx="9479207" cy="50405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B2C688-6962-4103-D774-999A671F547A}"/>
                </a:ext>
              </a:extLst>
            </p:cNvPr>
            <p:cNvSpPr/>
            <p:nvPr/>
          </p:nvSpPr>
          <p:spPr>
            <a:xfrm>
              <a:off x="191344" y="692696"/>
              <a:ext cx="9263183" cy="504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054C296-233E-6374-7ACA-9F2C240D2FB1}"/>
                </a:ext>
              </a:extLst>
            </p:cNvPr>
            <p:cNvGrpSpPr/>
            <p:nvPr/>
          </p:nvGrpSpPr>
          <p:grpSpPr>
            <a:xfrm>
              <a:off x="407368" y="980728"/>
              <a:ext cx="9263183" cy="4489673"/>
              <a:chOff x="407368" y="980728"/>
              <a:chExt cx="9263183" cy="4489673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0D5265E-874A-8DED-82FD-2AE029C01BB0}"/>
                  </a:ext>
                </a:extLst>
              </p:cNvPr>
              <p:cNvGrpSpPr/>
              <p:nvPr/>
            </p:nvGrpSpPr>
            <p:grpSpPr>
              <a:xfrm>
                <a:off x="407368" y="980728"/>
                <a:ext cx="6840760" cy="4489673"/>
                <a:chOff x="407368" y="980728"/>
                <a:chExt cx="6840760" cy="4489673"/>
              </a:xfrm>
            </p:grpSpPr>
            <p:pic>
              <p:nvPicPr>
                <p:cNvPr id="1026" name="Picture 2">
                  <a:extLst>
                    <a:ext uri="{FF2B5EF4-FFF2-40B4-BE49-F238E27FC236}">
                      <a16:creationId xmlns:a16="http://schemas.microsoft.com/office/drawing/2014/main" id="{E8BC94CF-CADE-151A-01CE-78CFE44247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31904" y="980728"/>
                  <a:ext cx="745257" cy="7452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AF1F891E-F5A7-06CB-1B38-2C73AB08B3A1}"/>
                    </a:ext>
                  </a:extLst>
                </p:cNvPr>
                <p:cNvSpPr/>
                <p:nvPr/>
              </p:nvSpPr>
              <p:spPr>
                <a:xfrm>
                  <a:off x="4223792" y="1772816"/>
                  <a:ext cx="3024336" cy="936104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b="1" dirty="0">
                      <a:latin typeface="Arial" pitchFamily="34" charset="0"/>
                      <a:cs typeface="Arial" pitchFamily="34" charset="0"/>
                    </a:rPr>
                    <a:t>Liquid-to-Ambient HEX</a:t>
                  </a:r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pic>
              <p:nvPicPr>
                <p:cNvPr id="1028" name="Picture 4" descr="Premium Vector | Water pump machine icon logo vector design template">
                  <a:extLst>
                    <a:ext uri="{FF2B5EF4-FFF2-40B4-BE49-F238E27FC236}">
                      <a16:creationId xmlns:a16="http://schemas.microsoft.com/office/drawing/2014/main" id="{D58F6404-2163-6A1F-D813-73D6F75983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99855" y="3861048"/>
                  <a:ext cx="1609353" cy="160935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7" name="Connector: Elbow 6">
                  <a:extLst>
                    <a:ext uri="{FF2B5EF4-FFF2-40B4-BE49-F238E27FC236}">
                      <a16:creationId xmlns:a16="http://schemas.microsoft.com/office/drawing/2014/main" id="{521A5C88-D870-AC08-6B79-BCFABFA5901A}"/>
                    </a:ext>
                  </a:extLst>
                </p:cNvPr>
                <p:cNvCxnSpPr>
                  <a:cxnSpLocks/>
                  <a:stCxn id="2" idx="3"/>
                  <a:endCxn id="1028" idx="3"/>
                </p:cNvCxnSpPr>
                <p:nvPr/>
              </p:nvCxnSpPr>
              <p:spPr>
                <a:xfrm flipH="1">
                  <a:off x="6409208" y="2240868"/>
                  <a:ext cx="838920" cy="2424857"/>
                </a:xfrm>
                <a:prstGeom prst="bentConnector3">
                  <a:avLst>
                    <a:gd name="adj1" fmla="val -214923"/>
                  </a:avLst>
                </a:prstGeom>
                <a:ln w="76200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A409B554-1F0F-E6FC-BDAE-078E9BCD47FA}"/>
                    </a:ext>
                  </a:extLst>
                </p:cNvPr>
                <p:cNvSpPr/>
                <p:nvPr/>
              </p:nvSpPr>
              <p:spPr>
                <a:xfrm>
                  <a:off x="407368" y="2996952"/>
                  <a:ext cx="1368152" cy="1008112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b="1" dirty="0">
                      <a:latin typeface="Arial" pitchFamily="34" charset="0"/>
                      <a:cs typeface="Arial" pitchFamily="34" charset="0"/>
                    </a:rPr>
                    <a:t>Device</a:t>
                  </a:r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24D5EB70-9F30-1086-CA58-5682A9828325}"/>
                    </a:ext>
                  </a:extLst>
                </p:cNvPr>
                <p:cNvSpPr/>
                <p:nvPr/>
              </p:nvSpPr>
              <p:spPr>
                <a:xfrm rot="16200000">
                  <a:off x="1289466" y="3201268"/>
                  <a:ext cx="1476164" cy="504056"/>
                </a:xfrm>
                <a:prstGeom prst="round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b="1" dirty="0">
                      <a:latin typeface="Arial" pitchFamily="34" charset="0"/>
                      <a:cs typeface="Arial" pitchFamily="34" charset="0"/>
                    </a:rPr>
                    <a:t>Cold Plate</a:t>
                  </a:r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7" name="Connector: Elbow 16">
                  <a:extLst>
                    <a:ext uri="{FF2B5EF4-FFF2-40B4-BE49-F238E27FC236}">
                      <a16:creationId xmlns:a16="http://schemas.microsoft.com/office/drawing/2014/main" id="{50783807-DCF0-A2EE-890B-1E803628ECEB}"/>
                    </a:ext>
                  </a:extLst>
                </p:cNvPr>
                <p:cNvCxnSpPr>
                  <a:stCxn id="1028" idx="1"/>
                  <a:endCxn id="15" idx="1"/>
                </p:cNvCxnSpPr>
                <p:nvPr/>
              </p:nvCxnSpPr>
              <p:spPr>
                <a:xfrm rot="10800000">
                  <a:off x="2027549" y="4191379"/>
                  <a:ext cx="2772307" cy="474347"/>
                </a:xfrm>
                <a:prstGeom prst="bentConnector2">
                  <a:avLst/>
                </a:prstGeom>
                <a:ln w="76200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Connector: Elbow 18">
                  <a:extLst>
                    <a:ext uri="{FF2B5EF4-FFF2-40B4-BE49-F238E27FC236}">
                      <a16:creationId xmlns:a16="http://schemas.microsoft.com/office/drawing/2014/main" id="{403D5426-A6F7-53A9-37DD-DD196515BE9E}"/>
                    </a:ext>
                  </a:extLst>
                </p:cNvPr>
                <p:cNvCxnSpPr>
                  <a:stCxn id="15" idx="3"/>
                  <a:endCxn id="2" idx="1"/>
                </p:cNvCxnSpPr>
                <p:nvPr/>
              </p:nvCxnSpPr>
              <p:spPr>
                <a:xfrm rot="5400000" flipH="1" flipV="1">
                  <a:off x="2888497" y="1379919"/>
                  <a:ext cx="474346" cy="2196244"/>
                </a:xfrm>
                <a:prstGeom prst="bentConnector2">
                  <a:avLst/>
                </a:prstGeom>
                <a:ln w="76200">
                  <a:solidFill>
                    <a:schemeClr val="accent5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FC3D77-4083-DA12-5F40-A4472BAD9516}"/>
                  </a:ext>
                </a:extLst>
              </p:cNvPr>
              <p:cNvSpPr/>
              <p:nvPr/>
            </p:nvSpPr>
            <p:spPr>
              <a:xfrm>
                <a:off x="4295800" y="3378142"/>
                <a:ext cx="644400" cy="3600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72B7E98-A1C8-C6F5-E4D5-F916463508A7}"/>
                  </a:ext>
                </a:extLst>
              </p:cNvPr>
              <p:cNvGrpSpPr/>
              <p:nvPr/>
            </p:nvGrpSpPr>
            <p:grpSpPr>
              <a:xfrm>
                <a:off x="7125616" y="3389486"/>
                <a:ext cx="864096" cy="1224136"/>
                <a:chOff x="7125616" y="3389486"/>
                <a:chExt cx="864096" cy="1224136"/>
              </a:xfrm>
            </p:grpSpPr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D24539DB-ED86-C94D-CDF8-B2FA3E0A63A2}"/>
                    </a:ext>
                  </a:extLst>
                </p:cNvPr>
                <p:cNvCxnSpPr/>
                <p:nvPr/>
              </p:nvCxnSpPr>
              <p:spPr>
                <a:xfrm flipV="1">
                  <a:off x="7557664" y="4397598"/>
                  <a:ext cx="0" cy="216024"/>
                </a:xfrm>
                <a:prstGeom prst="line">
                  <a:avLst/>
                </a:prstGeom>
                <a:ln w="76200">
                  <a:tailEnd type="non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C132F2C0-ED4D-16B9-7080-4CDC307CC5B1}"/>
                    </a:ext>
                  </a:extLst>
                </p:cNvPr>
                <p:cNvSpPr/>
                <p:nvPr/>
              </p:nvSpPr>
              <p:spPr>
                <a:xfrm>
                  <a:off x="7125616" y="3389486"/>
                  <a:ext cx="864096" cy="1008112"/>
                </a:xfrm>
                <a:prstGeom prst="roundRect">
                  <a:avLst>
                    <a:gd name="adj" fmla="val 37243"/>
                  </a:avLst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9B241A2A-ED89-DBD7-8E43-6478C3363A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25616" y="3893542"/>
                  <a:ext cx="338536" cy="0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C6FE5CD-33E0-530D-98CF-02610A63ED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80176" y="3895130"/>
                  <a:ext cx="309536" cy="0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4" name="Arc 33">
                  <a:extLst>
                    <a:ext uri="{FF2B5EF4-FFF2-40B4-BE49-F238E27FC236}">
                      <a16:creationId xmlns:a16="http://schemas.microsoft.com/office/drawing/2014/main" id="{C6050AA8-9A3C-E4E9-F1C0-F2C838AEE6E1}"/>
                    </a:ext>
                  </a:extLst>
                </p:cNvPr>
                <p:cNvSpPr/>
                <p:nvPr/>
              </p:nvSpPr>
              <p:spPr>
                <a:xfrm>
                  <a:off x="7436835" y="3790099"/>
                  <a:ext cx="270659" cy="288030"/>
                </a:xfrm>
                <a:prstGeom prst="arc">
                  <a:avLst>
                    <a:gd name="adj1" fmla="val 10899181"/>
                    <a:gd name="adj2" fmla="val 0"/>
                  </a:avLst>
                </a:prstGeom>
                <a:ln w="762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4746E7D-5F44-9862-59C2-9D05F2658888}"/>
                  </a:ext>
                </a:extLst>
              </p:cNvPr>
              <p:cNvSpPr txBox="1"/>
              <p:nvPr/>
            </p:nvSpPr>
            <p:spPr>
              <a:xfrm>
                <a:off x="5303912" y="5065997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>
                    <a:latin typeface="Arial" pitchFamily="34" charset="0"/>
                    <a:cs typeface="Arial" pitchFamily="34" charset="0"/>
                  </a:rPr>
                  <a:t>Pump</a:t>
                </a:r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40AB24-98C0-5876-A217-1878793CCF1A}"/>
                  </a:ext>
                </a:extLst>
              </p:cNvPr>
              <p:cNvSpPr txBox="1"/>
              <p:nvPr/>
            </p:nvSpPr>
            <p:spPr>
              <a:xfrm>
                <a:off x="7603823" y="2768087"/>
                <a:ext cx="20667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>
                    <a:latin typeface="Arial" pitchFamily="34" charset="0"/>
                    <a:cs typeface="Arial" pitchFamily="34" charset="0"/>
                  </a:rPr>
                  <a:t>Expansion Device</a:t>
                </a:r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523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2AC1D64-D2B3-6F82-8C66-60A76E11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9" y="911134"/>
            <a:ext cx="9480102" cy="50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3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B36164D-9064-80E8-FA60-92EA847C4AAE}"/>
              </a:ext>
            </a:extLst>
          </p:cNvPr>
          <p:cNvGrpSpPr/>
          <p:nvPr/>
        </p:nvGrpSpPr>
        <p:grpSpPr>
          <a:xfrm>
            <a:off x="726720" y="404664"/>
            <a:ext cx="6102410" cy="5549718"/>
            <a:chOff x="726720" y="404664"/>
            <a:chExt cx="6102410" cy="5549718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8C8C57-4190-554E-14FF-B58B4881C683}"/>
                </a:ext>
              </a:extLst>
            </p:cNvPr>
            <p:cNvSpPr/>
            <p:nvPr/>
          </p:nvSpPr>
          <p:spPr>
            <a:xfrm>
              <a:off x="726720" y="404664"/>
              <a:ext cx="5945343" cy="5549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0AA61A4-DCD9-6C4F-9C2F-D199D167C627}"/>
                </a:ext>
              </a:extLst>
            </p:cNvPr>
            <p:cNvGrpSpPr/>
            <p:nvPr/>
          </p:nvGrpSpPr>
          <p:grpSpPr>
            <a:xfrm>
              <a:off x="839416" y="559136"/>
              <a:ext cx="5989714" cy="5190926"/>
              <a:chOff x="49233" y="476672"/>
              <a:chExt cx="5989714" cy="5190926"/>
            </a:xfrm>
          </p:grpSpPr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8DE8801-EDD2-9C08-602B-390B9244CAF6}"/>
                  </a:ext>
                </a:extLst>
              </p:cNvPr>
              <p:cNvSpPr txBox="1"/>
              <p:nvPr/>
            </p:nvSpPr>
            <p:spPr>
              <a:xfrm>
                <a:off x="1450405" y="5413682"/>
                <a:ext cx="84989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HEXTubeW</a:t>
                </a:r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E14C4360-CF63-0349-DDF7-B6B08B51716A}"/>
                  </a:ext>
                </a:extLst>
              </p:cNvPr>
              <p:cNvSpPr/>
              <p:nvPr/>
            </p:nvSpPr>
            <p:spPr>
              <a:xfrm>
                <a:off x="3304623" y="476672"/>
                <a:ext cx="1079805" cy="3088980"/>
              </a:xfrm>
              <a:prstGeom prst="cube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C45541F-623C-E5BF-D2BE-2DEC63753F10}"/>
                  </a:ext>
                </a:extLst>
              </p:cNvPr>
              <p:cNvSpPr/>
              <p:nvPr/>
            </p:nvSpPr>
            <p:spPr>
              <a:xfrm>
                <a:off x="1487488" y="3370423"/>
                <a:ext cx="2664296" cy="2016224"/>
              </a:xfrm>
              <a:prstGeom prst="cube">
                <a:avLst>
                  <a:gd name="adj" fmla="val 93993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E7241F4-6F47-2622-2F90-C762EB8128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7339" y="5445224"/>
                <a:ext cx="76918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0CC7EA4-6F66-CA83-E343-329593F5B7F9}"/>
                  </a:ext>
                </a:extLst>
              </p:cNvPr>
              <p:cNvGrpSpPr/>
              <p:nvPr/>
            </p:nvGrpSpPr>
            <p:grpSpPr>
              <a:xfrm>
                <a:off x="1579414" y="2817934"/>
                <a:ext cx="2528299" cy="2365382"/>
                <a:chOff x="1579414" y="2817934"/>
                <a:chExt cx="2528299" cy="2365382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E6E7A06-43F9-F9F9-3636-059728AB2FA3}"/>
                    </a:ext>
                  </a:extLst>
                </p:cNvPr>
                <p:cNvSpPr/>
                <p:nvPr/>
              </p:nvSpPr>
              <p:spPr>
                <a:xfrm>
                  <a:off x="3338526" y="2817934"/>
                  <a:ext cx="769187" cy="596372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7876EA1-1D64-2581-3AFA-C1E6B485EA1E}"/>
                    </a:ext>
                  </a:extLst>
                </p:cNvPr>
                <p:cNvSpPr/>
                <p:nvPr/>
              </p:nvSpPr>
              <p:spPr>
                <a:xfrm>
                  <a:off x="3143070" y="3013430"/>
                  <a:ext cx="769187" cy="596373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84917A1C-384D-D2AF-AB50-F74B3AECED37}"/>
                    </a:ext>
                  </a:extLst>
                </p:cNvPr>
                <p:cNvSpPr/>
                <p:nvPr/>
              </p:nvSpPr>
              <p:spPr>
                <a:xfrm>
                  <a:off x="2947613" y="3208927"/>
                  <a:ext cx="769187" cy="596373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38DC4FAE-F3D3-A4F9-E74A-981CEF5AD008}"/>
                    </a:ext>
                  </a:extLst>
                </p:cNvPr>
                <p:cNvSpPr/>
                <p:nvPr/>
              </p:nvSpPr>
              <p:spPr>
                <a:xfrm>
                  <a:off x="2752156" y="3404424"/>
                  <a:ext cx="769187" cy="596372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EA8D094-D675-BB3F-81E1-F85EF83AC947}"/>
                    </a:ext>
                  </a:extLst>
                </p:cNvPr>
                <p:cNvSpPr/>
                <p:nvPr/>
              </p:nvSpPr>
              <p:spPr>
                <a:xfrm>
                  <a:off x="2556699" y="3599920"/>
                  <a:ext cx="769187" cy="598144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7D9D933-644C-2F2F-9699-86A04049F060}"/>
                    </a:ext>
                  </a:extLst>
                </p:cNvPr>
                <p:cNvSpPr/>
                <p:nvPr/>
              </p:nvSpPr>
              <p:spPr>
                <a:xfrm>
                  <a:off x="2361242" y="3797188"/>
                  <a:ext cx="769187" cy="597600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54AEFD2-F885-7E39-3720-2BAB10EB7CB6}"/>
                    </a:ext>
                  </a:extLst>
                </p:cNvPr>
                <p:cNvSpPr/>
                <p:nvPr/>
              </p:nvSpPr>
              <p:spPr>
                <a:xfrm>
                  <a:off x="2165785" y="3993912"/>
                  <a:ext cx="769187" cy="597599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3D3BA4DC-45AE-9C16-F7F9-6BEE530EB60B}"/>
                    </a:ext>
                  </a:extLst>
                </p:cNvPr>
                <p:cNvSpPr/>
                <p:nvPr/>
              </p:nvSpPr>
              <p:spPr>
                <a:xfrm>
                  <a:off x="1970328" y="4190635"/>
                  <a:ext cx="769187" cy="598143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A3CD0B6F-107A-B61A-781B-1B519766F598}"/>
                    </a:ext>
                  </a:extLst>
                </p:cNvPr>
                <p:cNvSpPr/>
                <p:nvPr/>
              </p:nvSpPr>
              <p:spPr>
                <a:xfrm>
                  <a:off x="1774871" y="4387902"/>
                  <a:ext cx="769187" cy="598143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55051E8F-CB2B-99B3-85C4-48C22DD6ABCE}"/>
                    </a:ext>
                  </a:extLst>
                </p:cNvPr>
                <p:cNvSpPr/>
                <p:nvPr/>
              </p:nvSpPr>
              <p:spPr>
                <a:xfrm>
                  <a:off x="1579414" y="4585173"/>
                  <a:ext cx="769187" cy="598143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AF9F5B7-564D-9FA1-BC06-1AA470E67E0A}"/>
                  </a:ext>
                </a:extLst>
              </p:cNvPr>
              <p:cNvSpPr txBox="1"/>
              <p:nvPr/>
            </p:nvSpPr>
            <p:spPr>
              <a:xfrm>
                <a:off x="623396" y="4123716"/>
                <a:ext cx="93379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gapHTubes</a:t>
                </a:r>
              </a:p>
            </p:txBody>
          </p: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A4CD8774-8163-B10E-EEBE-AF3A10E466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44506" y="3533117"/>
                <a:ext cx="1829502" cy="18641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6A0D841-0065-498F-4272-9076E36F783D}"/>
                  </a:ext>
                </a:extLst>
              </p:cNvPr>
              <p:cNvSpPr txBox="1"/>
              <p:nvPr/>
            </p:nvSpPr>
            <p:spPr>
              <a:xfrm rot="18836397">
                <a:off x="2873694" y="4409686"/>
                <a:ext cx="10281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HEXTubeL</a:t>
                </a: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B26739A0-7B1E-345D-A741-2C49D784C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6853" y="620688"/>
                <a:ext cx="0" cy="280831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9EAA2B9-0FB4-173B-C3D0-A91F519F2658}"/>
                  </a:ext>
                </a:extLst>
              </p:cNvPr>
              <p:cNvSpPr txBox="1"/>
              <p:nvPr/>
            </p:nvSpPr>
            <p:spPr>
              <a:xfrm>
                <a:off x="4348775" y="1457765"/>
                <a:ext cx="10281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HEXCoreH</a:t>
                </a:r>
              </a:p>
            </p:txBody>
          </p: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80DD7DC5-C994-8DD5-5BFC-8C4D8B34F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79776" y="2458297"/>
                <a:ext cx="864096" cy="0"/>
              </a:xfrm>
              <a:prstGeom prst="straightConnector1">
                <a:avLst/>
              </a:prstGeom>
              <a:ln w="57150">
                <a:solidFill>
                  <a:srgbClr val="9064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AF267D9-F779-4415-9EF1-181EBAF4A537}"/>
                  </a:ext>
                </a:extLst>
              </p:cNvPr>
              <p:cNvSpPr txBox="1"/>
              <p:nvPr/>
            </p:nvSpPr>
            <p:spPr>
              <a:xfrm>
                <a:off x="4498627" y="2458297"/>
                <a:ext cx="154032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+mj-lt"/>
                    <a:cs typeface="Courier New" panose="02070309020205020404" pitchFamily="49" charset="0"/>
                  </a:rPr>
                  <a:t>Moist Air flow</a:t>
                </a: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F8469A01-6A76-8F94-F9E1-77B111797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5440" y="4672550"/>
                <a:ext cx="523974" cy="510766"/>
              </a:xfrm>
              <a:prstGeom prst="straightConnector1">
                <a:avLst/>
              </a:prstGeom>
              <a:ln w="57150">
                <a:solidFill>
                  <a:srgbClr val="EBC67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CC2D184-E093-2884-1D7A-BA2389497832}"/>
                  </a:ext>
                </a:extLst>
              </p:cNvPr>
              <p:cNvSpPr txBox="1"/>
              <p:nvPr/>
            </p:nvSpPr>
            <p:spPr>
              <a:xfrm>
                <a:off x="49233" y="5077884"/>
                <a:ext cx="154032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+mj-lt"/>
                    <a:cs typeface="Courier New" panose="02070309020205020404" pitchFamily="49" charset="0"/>
                  </a:rPr>
                  <a:t>Thermal Liquid flow</a:t>
                </a: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32790666-B583-540A-1606-7A209737D996}"/>
                  </a:ext>
                </a:extLst>
              </p:cNvPr>
              <p:cNvGrpSpPr/>
              <p:nvPr/>
            </p:nvGrpSpPr>
            <p:grpSpPr>
              <a:xfrm>
                <a:off x="1494444" y="2132856"/>
                <a:ext cx="2664296" cy="2538607"/>
                <a:chOff x="1491644" y="2132856"/>
                <a:chExt cx="2664296" cy="2538607"/>
              </a:xfrm>
            </p:grpSpPr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768196EF-9400-A77B-22A2-F992F0D6FCF7}"/>
                    </a:ext>
                  </a:extLst>
                </p:cNvPr>
                <p:cNvSpPr/>
                <p:nvPr/>
              </p:nvSpPr>
              <p:spPr>
                <a:xfrm>
                  <a:off x="1491644" y="2655239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E69C8412-8310-8923-E1CB-EEB1EFFF23D3}"/>
                    </a:ext>
                  </a:extLst>
                </p:cNvPr>
                <p:cNvGrpSpPr/>
                <p:nvPr/>
              </p:nvGrpSpPr>
              <p:grpSpPr>
                <a:xfrm>
                  <a:off x="1556989" y="2132856"/>
                  <a:ext cx="2528299" cy="2365382"/>
                  <a:chOff x="1579414" y="2817934"/>
                  <a:chExt cx="2528299" cy="2365382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5643BFDD-49E8-6AD1-61AC-842A89D57815}"/>
                      </a:ext>
                    </a:extLst>
                  </p:cNvPr>
                  <p:cNvSpPr/>
                  <p:nvPr/>
                </p:nvSpPr>
                <p:spPr>
                  <a:xfrm>
                    <a:off x="3338526" y="2817934"/>
                    <a:ext cx="769187" cy="596372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62DAEDC3-D697-39DF-687B-C4F7649BA286}"/>
                      </a:ext>
                    </a:extLst>
                  </p:cNvPr>
                  <p:cNvSpPr/>
                  <p:nvPr/>
                </p:nvSpPr>
                <p:spPr>
                  <a:xfrm>
                    <a:off x="3143070" y="3013430"/>
                    <a:ext cx="769187" cy="59637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29730B0B-70DA-7973-0F59-48C7DBE85F3C}"/>
                      </a:ext>
                    </a:extLst>
                  </p:cNvPr>
                  <p:cNvSpPr/>
                  <p:nvPr/>
                </p:nvSpPr>
                <p:spPr>
                  <a:xfrm>
                    <a:off x="2947613" y="3208927"/>
                    <a:ext cx="769187" cy="59637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BA3A4243-99BF-0A9D-EE52-3B6D6228BFBF}"/>
                      </a:ext>
                    </a:extLst>
                  </p:cNvPr>
                  <p:cNvSpPr/>
                  <p:nvPr/>
                </p:nvSpPr>
                <p:spPr>
                  <a:xfrm>
                    <a:off x="2752156" y="3404424"/>
                    <a:ext cx="769187" cy="596372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899DCFE6-3C2A-0B8F-439C-7553DEDD719C}"/>
                      </a:ext>
                    </a:extLst>
                  </p:cNvPr>
                  <p:cNvSpPr/>
                  <p:nvPr/>
                </p:nvSpPr>
                <p:spPr>
                  <a:xfrm>
                    <a:off x="2556699" y="3599920"/>
                    <a:ext cx="769187" cy="598144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CFF186D0-0EF5-35C5-FCCC-7776D35DE449}"/>
                      </a:ext>
                    </a:extLst>
                  </p:cNvPr>
                  <p:cNvSpPr/>
                  <p:nvPr/>
                </p:nvSpPr>
                <p:spPr>
                  <a:xfrm>
                    <a:off x="2361242" y="3797188"/>
                    <a:ext cx="769187" cy="597600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3E57AA4E-1AC1-4FBA-F0D5-615CFFB61D70}"/>
                      </a:ext>
                    </a:extLst>
                  </p:cNvPr>
                  <p:cNvSpPr/>
                  <p:nvPr/>
                </p:nvSpPr>
                <p:spPr>
                  <a:xfrm>
                    <a:off x="2165785" y="3993912"/>
                    <a:ext cx="769187" cy="597599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567C3C58-080C-57DC-C023-28425EE3215C}"/>
                      </a:ext>
                    </a:extLst>
                  </p:cNvPr>
                  <p:cNvSpPr/>
                  <p:nvPr/>
                </p:nvSpPr>
                <p:spPr>
                  <a:xfrm>
                    <a:off x="1970328" y="4190635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8D97B649-2474-AEC0-32A3-4BDD68D4970A}"/>
                      </a:ext>
                    </a:extLst>
                  </p:cNvPr>
                  <p:cNvSpPr/>
                  <p:nvPr/>
                </p:nvSpPr>
                <p:spPr>
                  <a:xfrm>
                    <a:off x="1774871" y="4387902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9AAD00BB-7C62-5CD1-9D9C-3F67EBA6B490}"/>
                      </a:ext>
                    </a:extLst>
                  </p:cNvPr>
                  <p:cNvSpPr/>
                  <p:nvPr/>
                </p:nvSpPr>
                <p:spPr>
                  <a:xfrm>
                    <a:off x="1579414" y="4585173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FDEEFC3B-FD49-F5C8-6291-FFADB7AC79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09669" y="3638418"/>
                <a:ext cx="215931" cy="2256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60881BD-93B3-B1C3-02E4-4B745994DD47}"/>
                  </a:ext>
                </a:extLst>
              </p:cNvPr>
              <p:cNvSpPr txBox="1"/>
              <p:nvPr/>
            </p:nvSpPr>
            <p:spPr>
              <a:xfrm>
                <a:off x="3000087" y="3632068"/>
                <a:ext cx="10281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finSpacing</a:t>
                </a:r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83247687-052B-326E-338D-8B66B43A57A7}"/>
                  </a:ext>
                </a:extLst>
              </p:cNvPr>
              <p:cNvGrpSpPr/>
              <p:nvPr/>
            </p:nvGrpSpPr>
            <p:grpSpPr>
              <a:xfrm>
                <a:off x="1491644" y="1466457"/>
                <a:ext cx="2664296" cy="2538607"/>
                <a:chOff x="1491644" y="2132856"/>
                <a:chExt cx="2664296" cy="2538607"/>
              </a:xfrm>
            </p:grpSpPr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09DF4CEF-6B61-5B39-9FEC-2E7680915079}"/>
                    </a:ext>
                  </a:extLst>
                </p:cNvPr>
                <p:cNvSpPr/>
                <p:nvPr/>
              </p:nvSpPr>
              <p:spPr>
                <a:xfrm>
                  <a:off x="1491644" y="2655239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7DD1EDB3-36D9-6A8C-4A9D-1D5EC750E6F9}"/>
                    </a:ext>
                  </a:extLst>
                </p:cNvPr>
                <p:cNvGrpSpPr/>
                <p:nvPr/>
              </p:nvGrpSpPr>
              <p:grpSpPr>
                <a:xfrm>
                  <a:off x="1556989" y="2132856"/>
                  <a:ext cx="2528299" cy="2365382"/>
                  <a:chOff x="1579414" y="2817934"/>
                  <a:chExt cx="2528299" cy="2365382"/>
                </a:xfrm>
              </p:grpSpPr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F972EA4A-10B6-A786-0840-8C3C49A91383}"/>
                      </a:ext>
                    </a:extLst>
                  </p:cNvPr>
                  <p:cNvSpPr/>
                  <p:nvPr/>
                </p:nvSpPr>
                <p:spPr>
                  <a:xfrm>
                    <a:off x="3338526" y="2817934"/>
                    <a:ext cx="769187" cy="596372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0281642A-BC21-1FD3-E312-A0663AD96DA8}"/>
                      </a:ext>
                    </a:extLst>
                  </p:cNvPr>
                  <p:cNvSpPr/>
                  <p:nvPr/>
                </p:nvSpPr>
                <p:spPr>
                  <a:xfrm>
                    <a:off x="3143070" y="3013430"/>
                    <a:ext cx="769187" cy="59637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0A0BD0C4-248D-E65C-E8DD-F4EA2DF4C667}"/>
                      </a:ext>
                    </a:extLst>
                  </p:cNvPr>
                  <p:cNvSpPr/>
                  <p:nvPr/>
                </p:nvSpPr>
                <p:spPr>
                  <a:xfrm>
                    <a:off x="2947613" y="3208927"/>
                    <a:ext cx="769187" cy="59637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9267FFD2-B8DC-25FD-F544-1465D1A0E96D}"/>
                      </a:ext>
                    </a:extLst>
                  </p:cNvPr>
                  <p:cNvSpPr/>
                  <p:nvPr/>
                </p:nvSpPr>
                <p:spPr>
                  <a:xfrm>
                    <a:off x="2752156" y="3404424"/>
                    <a:ext cx="769187" cy="596372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15CBFB73-A496-3738-1CB9-804BF7A4AB7E}"/>
                      </a:ext>
                    </a:extLst>
                  </p:cNvPr>
                  <p:cNvSpPr/>
                  <p:nvPr/>
                </p:nvSpPr>
                <p:spPr>
                  <a:xfrm>
                    <a:off x="2556699" y="3599920"/>
                    <a:ext cx="769187" cy="598144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60AC8258-0DB9-7395-C0BF-A95566B08E87}"/>
                      </a:ext>
                    </a:extLst>
                  </p:cNvPr>
                  <p:cNvSpPr/>
                  <p:nvPr/>
                </p:nvSpPr>
                <p:spPr>
                  <a:xfrm>
                    <a:off x="2361242" y="3797188"/>
                    <a:ext cx="769187" cy="597600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D16E8A9E-90CD-2FB1-4E82-46C88735E84F}"/>
                      </a:ext>
                    </a:extLst>
                  </p:cNvPr>
                  <p:cNvSpPr/>
                  <p:nvPr/>
                </p:nvSpPr>
                <p:spPr>
                  <a:xfrm>
                    <a:off x="2165785" y="3993912"/>
                    <a:ext cx="769187" cy="597599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B417EC72-0634-8521-39DE-97675AA684F5}"/>
                      </a:ext>
                    </a:extLst>
                  </p:cNvPr>
                  <p:cNvSpPr/>
                  <p:nvPr/>
                </p:nvSpPr>
                <p:spPr>
                  <a:xfrm>
                    <a:off x="1970328" y="4190635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CC610DA9-4F45-4E26-F347-772CBF1C89AA}"/>
                      </a:ext>
                    </a:extLst>
                  </p:cNvPr>
                  <p:cNvSpPr/>
                  <p:nvPr/>
                </p:nvSpPr>
                <p:spPr>
                  <a:xfrm>
                    <a:off x="1774871" y="4387902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2D65837F-3A2D-37A1-926A-52DC3DE3AEB1}"/>
                      </a:ext>
                    </a:extLst>
                  </p:cNvPr>
                  <p:cNvSpPr/>
                  <p:nvPr/>
                </p:nvSpPr>
                <p:spPr>
                  <a:xfrm>
                    <a:off x="1579414" y="4585173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50657122-87B7-29AE-3FC6-571DB1CD15B6}"/>
                  </a:ext>
                </a:extLst>
              </p:cNvPr>
              <p:cNvGrpSpPr/>
              <p:nvPr/>
            </p:nvGrpSpPr>
            <p:grpSpPr>
              <a:xfrm>
                <a:off x="1448706" y="800405"/>
                <a:ext cx="2664296" cy="2538607"/>
                <a:chOff x="1491644" y="2132856"/>
                <a:chExt cx="2664296" cy="2538607"/>
              </a:xfrm>
            </p:grpSpPr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7C5868CB-1BF4-CBA3-C025-638C0DEDD114}"/>
                    </a:ext>
                  </a:extLst>
                </p:cNvPr>
                <p:cNvSpPr/>
                <p:nvPr/>
              </p:nvSpPr>
              <p:spPr>
                <a:xfrm>
                  <a:off x="1491644" y="2655239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A06DC16E-B542-5F49-99CA-4F4CD30FCB59}"/>
                    </a:ext>
                  </a:extLst>
                </p:cNvPr>
                <p:cNvGrpSpPr/>
                <p:nvPr/>
              </p:nvGrpSpPr>
              <p:grpSpPr>
                <a:xfrm>
                  <a:off x="1556989" y="2132856"/>
                  <a:ext cx="2528299" cy="2365382"/>
                  <a:chOff x="1579414" y="2817934"/>
                  <a:chExt cx="2528299" cy="2365382"/>
                </a:xfrm>
              </p:grpSpPr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0F9D876F-80FD-0BD6-850D-95C547699399}"/>
                      </a:ext>
                    </a:extLst>
                  </p:cNvPr>
                  <p:cNvSpPr/>
                  <p:nvPr/>
                </p:nvSpPr>
                <p:spPr>
                  <a:xfrm>
                    <a:off x="3338526" y="2817934"/>
                    <a:ext cx="769187" cy="596372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7B106256-E578-5F91-A952-B2F6AFA5BD3A}"/>
                      </a:ext>
                    </a:extLst>
                  </p:cNvPr>
                  <p:cNvSpPr/>
                  <p:nvPr/>
                </p:nvSpPr>
                <p:spPr>
                  <a:xfrm>
                    <a:off x="3143070" y="3013430"/>
                    <a:ext cx="769187" cy="59637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08" name="Rectangle 107">
                    <a:extLst>
                      <a:ext uri="{FF2B5EF4-FFF2-40B4-BE49-F238E27FC236}">
                        <a16:creationId xmlns:a16="http://schemas.microsoft.com/office/drawing/2014/main" id="{9320A11C-8CD8-9BFF-01C0-A189B4116445}"/>
                      </a:ext>
                    </a:extLst>
                  </p:cNvPr>
                  <p:cNvSpPr/>
                  <p:nvPr/>
                </p:nvSpPr>
                <p:spPr>
                  <a:xfrm>
                    <a:off x="2947613" y="3208927"/>
                    <a:ext cx="769187" cy="59637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0" name="Rectangle 109">
                    <a:extLst>
                      <a:ext uri="{FF2B5EF4-FFF2-40B4-BE49-F238E27FC236}">
                        <a16:creationId xmlns:a16="http://schemas.microsoft.com/office/drawing/2014/main" id="{79325967-2D0B-7034-AA4B-E80C9B50FD3D}"/>
                      </a:ext>
                    </a:extLst>
                  </p:cNvPr>
                  <p:cNvSpPr/>
                  <p:nvPr/>
                </p:nvSpPr>
                <p:spPr>
                  <a:xfrm>
                    <a:off x="2752156" y="3404424"/>
                    <a:ext cx="769187" cy="596372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3" name="Rectangle 112">
                    <a:extLst>
                      <a:ext uri="{FF2B5EF4-FFF2-40B4-BE49-F238E27FC236}">
                        <a16:creationId xmlns:a16="http://schemas.microsoft.com/office/drawing/2014/main" id="{41767E99-3113-970B-60C2-50A55DB48EFD}"/>
                      </a:ext>
                    </a:extLst>
                  </p:cNvPr>
                  <p:cNvSpPr/>
                  <p:nvPr/>
                </p:nvSpPr>
                <p:spPr>
                  <a:xfrm>
                    <a:off x="2556699" y="3599920"/>
                    <a:ext cx="769187" cy="598144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21755AC4-4494-E3E9-33F5-FDC68C75D566}"/>
                      </a:ext>
                    </a:extLst>
                  </p:cNvPr>
                  <p:cNvSpPr/>
                  <p:nvPr/>
                </p:nvSpPr>
                <p:spPr>
                  <a:xfrm>
                    <a:off x="2361242" y="3797188"/>
                    <a:ext cx="769187" cy="597600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6" name="Rectangle 115">
                    <a:extLst>
                      <a:ext uri="{FF2B5EF4-FFF2-40B4-BE49-F238E27FC236}">
                        <a16:creationId xmlns:a16="http://schemas.microsoft.com/office/drawing/2014/main" id="{D85B7AEE-FBE0-453A-9E09-46C61A758C20}"/>
                      </a:ext>
                    </a:extLst>
                  </p:cNvPr>
                  <p:cNvSpPr/>
                  <p:nvPr/>
                </p:nvSpPr>
                <p:spPr>
                  <a:xfrm>
                    <a:off x="2165785" y="3993912"/>
                    <a:ext cx="769187" cy="597599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7" name="Rectangle 116">
                    <a:extLst>
                      <a:ext uri="{FF2B5EF4-FFF2-40B4-BE49-F238E27FC236}">
                        <a16:creationId xmlns:a16="http://schemas.microsoft.com/office/drawing/2014/main" id="{C0ADB9BB-D933-7B06-E42D-97093E188771}"/>
                      </a:ext>
                    </a:extLst>
                  </p:cNvPr>
                  <p:cNvSpPr/>
                  <p:nvPr/>
                </p:nvSpPr>
                <p:spPr>
                  <a:xfrm>
                    <a:off x="1970328" y="4190635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44EE33E8-9BAD-AA3F-2849-1CF4A10B20BB}"/>
                      </a:ext>
                    </a:extLst>
                  </p:cNvPr>
                  <p:cNvSpPr/>
                  <p:nvPr/>
                </p:nvSpPr>
                <p:spPr>
                  <a:xfrm>
                    <a:off x="1774871" y="4387902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FB79EC00-0079-2A0B-85F2-06B852F8804A}"/>
                      </a:ext>
                    </a:extLst>
                  </p:cNvPr>
                  <p:cNvSpPr/>
                  <p:nvPr/>
                </p:nvSpPr>
                <p:spPr>
                  <a:xfrm>
                    <a:off x="1579414" y="4585173"/>
                    <a:ext cx="769187" cy="598143"/>
                  </a:xfrm>
                  <a:prstGeom prst="rect">
                    <a:avLst/>
                  </a:prstGeom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36113DB-2EFA-765F-A6CC-8CC4C098A69D}"/>
                  </a:ext>
                </a:extLst>
              </p:cNvPr>
              <p:cNvSpPr txBox="1"/>
              <p:nvPr/>
            </p:nvSpPr>
            <p:spPr>
              <a:xfrm>
                <a:off x="645938" y="3139383"/>
                <a:ext cx="84989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HEXTubeH</a:t>
                </a:r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E2868C6E-99B2-EA95-4C82-3859C15F58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2258" y="3180844"/>
                <a:ext cx="0" cy="1728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EBCB1C53-9287-588E-E6A6-E2FE776F03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7488" y="3956278"/>
                <a:ext cx="0" cy="59407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493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276">
            <a:extLst>
              <a:ext uri="{FF2B5EF4-FFF2-40B4-BE49-F238E27FC236}">
                <a16:creationId xmlns:a16="http://schemas.microsoft.com/office/drawing/2014/main" id="{A6C092D2-8879-C1EB-A447-40A47E1E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687" y="652031"/>
            <a:ext cx="6102625" cy="55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3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98A7-B730-639C-69FA-1BB22073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26">
            <a:extLst>
              <a:ext uri="{FF2B5EF4-FFF2-40B4-BE49-F238E27FC236}">
                <a16:creationId xmlns:a16="http://schemas.microsoft.com/office/drawing/2014/main" id="{948DB929-BC18-9E1E-2F62-65A6B6C0B715}"/>
              </a:ext>
            </a:extLst>
          </p:cNvPr>
          <p:cNvSpPr/>
          <p:nvPr/>
        </p:nvSpPr>
        <p:spPr>
          <a:xfrm>
            <a:off x="695404" y="1700808"/>
            <a:ext cx="9361039" cy="4404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4BFA000D-B8F1-9E0F-AC02-F7B4CC3EF633}"/>
              </a:ext>
            </a:extLst>
          </p:cNvPr>
          <p:cNvSpPr/>
          <p:nvPr/>
        </p:nvSpPr>
        <p:spPr>
          <a:xfrm>
            <a:off x="1847528" y="3284984"/>
            <a:ext cx="7920880" cy="2304256"/>
          </a:xfrm>
          <a:prstGeom prst="parallelogram">
            <a:avLst>
              <a:gd name="adj" fmla="val 106289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921F28-6B3C-C7EE-96FE-D7F6A49EC8EA}"/>
              </a:ext>
            </a:extLst>
          </p:cNvPr>
          <p:cNvSpPr/>
          <p:nvPr/>
        </p:nvSpPr>
        <p:spPr>
          <a:xfrm>
            <a:off x="4295564" y="2857508"/>
            <a:ext cx="5472844" cy="4320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4F820459-6E7F-EEC2-72F2-7FF85C579250}"/>
              </a:ext>
            </a:extLst>
          </p:cNvPr>
          <p:cNvSpPr/>
          <p:nvPr/>
        </p:nvSpPr>
        <p:spPr>
          <a:xfrm>
            <a:off x="1847528" y="2852936"/>
            <a:ext cx="7920880" cy="2304256"/>
          </a:xfrm>
          <a:prstGeom prst="parallelogram">
            <a:avLst>
              <a:gd name="adj" fmla="val 106289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CC306B-019F-EBFF-B569-94D96C486ED2}"/>
              </a:ext>
            </a:extLst>
          </p:cNvPr>
          <p:cNvSpPr/>
          <p:nvPr/>
        </p:nvSpPr>
        <p:spPr>
          <a:xfrm>
            <a:off x="4295564" y="2425460"/>
            <a:ext cx="5472844" cy="4320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98A512-8287-61C7-C095-80F801ADAF69}"/>
              </a:ext>
            </a:extLst>
          </p:cNvPr>
          <p:cNvSpPr txBox="1"/>
          <p:nvPr/>
        </p:nvSpPr>
        <p:spPr>
          <a:xfrm rot="19023903">
            <a:off x="2462528" y="3251373"/>
            <a:ext cx="849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cpLength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4BD640-D775-523D-A581-5FBB3B5DC9AA}"/>
              </a:ext>
            </a:extLst>
          </p:cNvPr>
          <p:cNvCxnSpPr>
            <a:cxnSpLocks/>
          </p:cNvCxnSpPr>
          <p:nvPr/>
        </p:nvCxnSpPr>
        <p:spPr>
          <a:xfrm flipH="1" flipV="1">
            <a:off x="4248461" y="2239888"/>
            <a:ext cx="5591955" cy="13619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BE1E093-0903-FE28-A324-EB45298071ED}"/>
              </a:ext>
            </a:extLst>
          </p:cNvPr>
          <p:cNvSpPr txBox="1"/>
          <p:nvPr/>
        </p:nvSpPr>
        <p:spPr>
          <a:xfrm>
            <a:off x="6470245" y="1998328"/>
            <a:ext cx="8498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cpWidth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E5A334-8908-3F06-7727-722B0DE119B3}"/>
              </a:ext>
            </a:extLst>
          </p:cNvPr>
          <p:cNvSpPr/>
          <p:nvPr/>
        </p:nvSpPr>
        <p:spPr>
          <a:xfrm>
            <a:off x="1842570" y="5147784"/>
            <a:ext cx="5472608" cy="432048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7B2779-AD4D-BB60-1DE8-486A61B73573}"/>
              </a:ext>
            </a:extLst>
          </p:cNvPr>
          <p:cNvCxnSpPr>
            <a:cxnSpLocks/>
          </p:cNvCxnSpPr>
          <p:nvPr/>
        </p:nvCxnSpPr>
        <p:spPr>
          <a:xfrm flipV="1">
            <a:off x="1710865" y="5147784"/>
            <a:ext cx="0" cy="45268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D42A48C-FE30-41D2-8D73-AD008875A5A1}"/>
              </a:ext>
            </a:extLst>
          </p:cNvPr>
          <p:cNvSpPr txBox="1"/>
          <p:nvPr/>
        </p:nvSpPr>
        <p:spPr>
          <a:xfrm>
            <a:off x="695404" y="5281963"/>
            <a:ext cx="10702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cpThickness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30C62-D7C2-97AF-7515-5BCE4001617E}"/>
              </a:ext>
            </a:extLst>
          </p:cNvPr>
          <p:cNvSpPr txBox="1"/>
          <p:nvPr/>
        </p:nvSpPr>
        <p:spPr>
          <a:xfrm>
            <a:off x="1842570" y="5733256"/>
            <a:ext cx="5189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Arial" pitchFamily="34" charset="0"/>
                <a:cs typeface="Arial" pitchFamily="34" charset="0"/>
              </a:rPr>
              <a:t>Figure 1: Serpentine channel configuration </a:t>
            </a: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6848F46-9399-CE81-F9F6-6F032606DA80}"/>
              </a:ext>
            </a:extLst>
          </p:cNvPr>
          <p:cNvGrpSpPr/>
          <p:nvPr/>
        </p:nvGrpSpPr>
        <p:grpSpPr>
          <a:xfrm>
            <a:off x="2474316" y="2809504"/>
            <a:ext cx="2607787" cy="2083677"/>
            <a:chOff x="2555285" y="2809504"/>
            <a:chExt cx="2607787" cy="2083677"/>
          </a:xfrm>
        </p:grpSpPr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B1779C85-103F-988D-A5B8-129B7117815B}"/>
                </a:ext>
              </a:extLst>
            </p:cNvPr>
            <p:cNvSpPr/>
            <p:nvPr/>
          </p:nvSpPr>
          <p:spPr>
            <a:xfrm>
              <a:off x="4330412" y="2809504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8158F8FF-E07A-0E49-3EA7-4981409DF3A0}"/>
                </a:ext>
              </a:extLst>
            </p:cNvPr>
            <p:cNvSpPr/>
            <p:nvPr/>
          </p:nvSpPr>
          <p:spPr>
            <a:xfrm>
              <a:off x="2555285" y="2875091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862E837C-ADB2-527B-2F86-62B0422EB5A5}"/>
                </a:ext>
              </a:extLst>
            </p:cNvPr>
            <p:cNvSpPr/>
            <p:nvPr/>
          </p:nvSpPr>
          <p:spPr>
            <a:xfrm>
              <a:off x="3080520" y="2876957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44138B8B-A4EA-1DCC-CDA3-104F11F6E4DF}"/>
                </a:ext>
              </a:extLst>
            </p:cNvPr>
            <p:cNvSpPr/>
            <p:nvPr/>
          </p:nvSpPr>
          <p:spPr>
            <a:xfrm>
              <a:off x="3080520" y="4589848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FCCE17C-555A-D988-5894-9D1C9DAD5F68}"/>
              </a:ext>
            </a:extLst>
          </p:cNvPr>
          <p:cNvGrpSpPr/>
          <p:nvPr/>
        </p:nvGrpSpPr>
        <p:grpSpPr>
          <a:xfrm>
            <a:off x="3540309" y="2809504"/>
            <a:ext cx="2607787" cy="2083677"/>
            <a:chOff x="2555285" y="2809504"/>
            <a:chExt cx="2607787" cy="2083677"/>
          </a:xfrm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67ED22D5-EC1D-7F17-3DA8-5D89FA282B28}"/>
                </a:ext>
              </a:extLst>
            </p:cNvPr>
            <p:cNvSpPr/>
            <p:nvPr/>
          </p:nvSpPr>
          <p:spPr>
            <a:xfrm>
              <a:off x="4330412" y="2809504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978F6C5F-FB37-09ED-5FBC-D897DD5B0818}"/>
                </a:ext>
              </a:extLst>
            </p:cNvPr>
            <p:cNvSpPr/>
            <p:nvPr/>
          </p:nvSpPr>
          <p:spPr>
            <a:xfrm>
              <a:off x="2555285" y="2875091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AB0E3D6A-DADB-81E5-90CE-F4E8E3AD0B47}"/>
                </a:ext>
              </a:extLst>
            </p:cNvPr>
            <p:cNvSpPr/>
            <p:nvPr/>
          </p:nvSpPr>
          <p:spPr>
            <a:xfrm>
              <a:off x="3080520" y="2876957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F776A74-6B76-CE94-FA92-3C6009BD8171}"/>
                </a:ext>
              </a:extLst>
            </p:cNvPr>
            <p:cNvSpPr/>
            <p:nvPr/>
          </p:nvSpPr>
          <p:spPr>
            <a:xfrm>
              <a:off x="3080520" y="4589848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243171D-4B9D-3F0B-3323-1E696543C03F}"/>
              </a:ext>
            </a:extLst>
          </p:cNvPr>
          <p:cNvGrpSpPr/>
          <p:nvPr/>
        </p:nvGrpSpPr>
        <p:grpSpPr>
          <a:xfrm>
            <a:off x="4600294" y="2808115"/>
            <a:ext cx="2607787" cy="2083677"/>
            <a:chOff x="2555285" y="2809504"/>
            <a:chExt cx="2607787" cy="2083677"/>
          </a:xfrm>
        </p:grpSpPr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070AA9A-22A4-65AD-A9EA-5B8EADC71143}"/>
                </a:ext>
              </a:extLst>
            </p:cNvPr>
            <p:cNvSpPr/>
            <p:nvPr/>
          </p:nvSpPr>
          <p:spPr>
            <a:xfrm>
              <a:off x="4330412" y="2809504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88F8E0CC-2D71-77F1-C68D-3C460901EFEF}"/>
                </a:ext>
              </a:extLst>
            </p:cNvPr>
            <p:cNvSpPr/>
            <p:nvPr/>
          </p:nvSpPr>
          <p:spPr>
            <a:xfrm>
              <a:off x="2555285" y="2875091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9036145C-E38F-3A67-A982-7F37A5EF03BC}"/>
                </a:ext>
              </a:extLst>
            </p:cNvPr>
            <p:cNvSpPr/>
            <p:nvPr/>
          </p:nvSpPr>
          <p:spPr>
            <a:xfrm>
              <a:off x="3080520" y="2876957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458304C6-7D39-911A-C815-01379697741B}"/>
                </a:ext>
              </a:extLst>
            </p:cNvPr>
            <p:cNvSpPr/>
            <p:nvPr/>
          </p:nvSpPr>
          <p:spPr>
            <a:xfrm>
              <a:off x="3080520" y="4589848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C640C1E-0A01-3C39-B325-EF49137A41FC}"/>
              </a:ext>
            </a:extLst>
          </p:cNvPr>
          <p:cNvGrpSpPr/>
          <p:nvPr/>
        </p:nvGrpSpPr>
        <p:grpSpPr>
          <a:xfrm>
            <a:off x="5659405" y="2808608"/>
            <a:ext cx="2607787" cy="2083677"/>
            <a:chOff x="2555285" y="2809504"/>
            <a:chExt cx="2607787" cy="2083677"/>
          </a:xfrm>
        </p:grpSpPr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06176E17-CA4A-515D-C924-E9161770FAF4}"/>
                </a:ext>
              </a:extLst>
            </p:cNvPr>
            <p:cNvSpPr/>
            <p:nvPr/>
          </p:nvSpPr>
          <p:spPr>
            <a:xfrm>
              <a:off x="4330412" y="2809504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5FB1283-0CB0-C7AF-63F7-00FF7E384BCC}"/>
                </a:ext>
              </a:extLst>
            </p:cNvPr>
            <p:cNvSpPr/>
            <p:nvPr/>
          </p:nvSpPr>
          <p:spPr>
            <a:xfrm>
              <a:off x="2555285" y="2875091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76AA162-96EC-21C0-E086-870D0831492B}"/>
                </a:ext>
              </a:extLst>
            </p:cNvPr>
            <p:cNvSpPr/>
            <p:nvPr/>
          </p:nvSpPr>
          <p:spPr>
            <a:xfrm>
              <a:off x="3080520" y="2876957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8AEDC008-B056-C6CB-6AFB-70947FE992CF}"/>
                </a:ext>
              </a:extLst>
            </p:cNvPr>
            <p:cNvSpPr/>
            <p:nvPr/>
          </p:nvSpPr>
          <p:spPr>
            <a:xfrm>
              <a:off x="3080520" y="4589848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3B239BD-A4EC-98E2-C66C-8C3CDE45F470}"/>
              </a:ext>
            </a:extLst>
          </p:cNvPr>
          <p:cNvGrpSpPr/>
          <p:nvPr/>
        </p:nvGrpSpPr>
        <p:grpSpPr>
          <a:xfrm>
            <a:off x="6728058" y="2808530"/>
            <a:ext cx="2607787" cy="2083677"/>
            <a:chOff x="6728058" y="2808530"/>
            <a:chExt cx="2607787" cy="2083677"/>
          </a:xfrm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6CE6B75E-71C3-A1F6-56D1-118499963238}"/>
                </a:ext>
              </a:extLst>
            </p:cNvPr>
            <p:cNvSpPr/>
            <p:nvPr/>
          </p:nvSpPr>
          <p:spPr>
            <a:xfrm>
              <a:off x="8503185" y="2808530"/>
              <a:ext cx="83266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30E4A205-EC42-7B48-EA15-7A75C6B1AF80}"/>
                </a:ext>
              </a:extLst>
            </p:cNvPr>
            <p:cNvSpPr/>
            <p:nvPr/>
          </p:nvSpPr>
          <p:spPr>
            <a:xfrm>
              <a:off x="6728058" y="2874117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FBBE0A56-8CB7-160E-FDD6-60720B10E1D9}"/>
                </a:ext>
              </a:extLst>
            </p:cNvPr>
            <p:cNvSpPr/>
            <p:nvPr/>
          </p:nvSpPr>
          <p:spPr>
            <a:xfrm>
              <a:off x="7253293" y="2875983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81C18E87-B3B4-5680-4A1B-802B8FF3F152}"/>
                </a:ext>
              </a:extLst>
            </p:cNvPr>
            <p:cNvSpPr/>
            <p:nvPr/>
          </p:nvSpPr>
          <p:spPr>
            <a:xfrm>
              <a:off x="7253292" y="4588874"/>
              <a:ext cx="956889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94" name="Cube 193">
            <a:extLst>
              <a:ext uri="{FF2B5EF4-FFF2-40B4-BE49-F238E27FC236}">
                <a16:creationId xmlns:a16="http://schemas.microsoft.com/office/drawing/2014/main" id="{056891D0-9CCB-F9C1-A17C-D8A7861918F2}"/>
              </a:ext>
            </a:extLst>
          </p:cNvPr>
          <p:cNvSpPr/>
          <p:nvPr/>
        </p:nvSpPr>
        <p:spPr>
          <a:xfrm>
            <a:off x="1708499" y="4590653"/>
            <a:ext cx="1062804" cy="302400"/>
          </a:xfrm>
          <a:prstGeom prst="cube">
            <a:avLst>
              <a:gd name="adj" fmla="val 22422"/>
            </a:avLst>
          </a:prstGeom>
          <a:solidFill>
            <a:srgbClr val="E6B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7EDE63-F68A-3A95-62BF-11CEADE18741}"/>
              </a:ext>
            </a:extLst>
          </p:cNvPr>
          <p:cNvSpPr/>
          <p:nvPr/>
        </p:nvSpPr>
        <p:spPr>
          <a:xfrm>
            <a:off x="1847528" y="4725144"/>
            <a:ext cx="5472608" cy="432048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7B12FBDA-9E0A-DDB6-DF71-CB2C148C88B0}"/>
              </a:ext>
            </a:extLst>
          </p:cNvPr>
          <p:cNvSpPr/>
          <p:nvPr/>
        </p:nvSpPr>
        <p:spPr>
          <a:xfrm>
            <a:off x="1840143" y="2431672"/>
            <a:ext cx="7920880" cy="2304256"/>
          </a:xfrm>
          <a:prstGeom prst="parallelogram">
            <a:avLst>
              <a:gd name="adj" fmla="val 106289"/>
            </a:avLst>
          </a:prstGeom>
          <a:solidFill>
            <a:schemeClr val="bg1">
              <a:lumMod val="85000"/>
              <a:alpha val="5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622A162-6A9F-DAD7-70E5-7B82E8194399}"/>
              </a:ext>
            </a:extLst>
          </p:cNvPr>
          <p:cNvCxnSpPr>
            <a:cxnSpLocks/>
          </p:cNvCxnSpPr>
          <p:nvPr/>
        </p:nvCxnSpPr>
        <p:spPr>
          <a:xfrm flipH="1">
            <a:off x="4232176" y="2833191"/>
            <a:ext cx="1807409" cy="178544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2F1347F1-B5BC-F0F1-13C4-EA187DC0A913}"/>
              </a:ext>
            </a:extLst>
          </p:cNvPr>
          <p:cNvSpPr txBox="1"/>
          <p:nvPr/>
        </p:nvSpPr>
        <p:spPr>
          <a:xfrm rot="19023903">
            <a:off x="4308689" y="3487635"/>
            <a:ext cx="1368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effFlowLength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1F8F8086-23C1-B0E5-EC99-7CE21058EFB6}"/>
              </a:ext>
            </a:extLst>
          </p:cNvPr>
          <p:cNvCxnSpPr>
            <a:cxnSpLocks/>
          </p:cNvCxnSpPr>
          <p:nvPr/>
        </p:nvCxnSpPr>
        <p:spPr>
          <a:xfrm flipH="1">
            <a:off x="6010961" y="3671360"/>
            <a:ext cx="59000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3CE91B17-0594-6BC5-A037-92B0A0BBC592}"/>
              </a:ext>
            </a:extLst>
          </p:cNvPr>
          <p:cNvSpPr txBox="1"/>
          <p:nvPr/>
        </p:nvSpPr>
        <p:spPr>
          <a:xfrm>
            <a:off x="5858701" y="3419067"/>
            <a:ext cx="1222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channelPitch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ABE7C292-00F5-E36A-773D-1992BA6EBBA6}"/>
              </a:ext>
            </a:extLst>
          </p:cNvPr>
          <p:cNvCxnSpPr>
            <a:cxnSpLocks/>
          </p:cNvCxnSpPr>
          <p:nvPr/>
        </p:nvCxnSpPr>
        <p:spPr>
          <a:xfrm>
            <a:off x="8139499" y="4657863"/>
            <a:ext cx="0" cy="221932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C9518E5F-C633-0680-F98D-7E4D7D50A145}"/>
              </a:ext>
            </a:extLst>
          </p:cNvPr>
          <p:cNvCxnSpPr>
            <a:cxnSpLocks/>
          </p:cNvCxnSpPr>
          <p:nvPr/>
        </p:nvCxnSpPr>
        <p:spPr>
          <a:xfrm flipH="1" flipV="1">
            <a:off x="8182277" y="4840744"/>
            <a:ext cx="166626" cy="992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4C7CE813-895A-7778-B507-ABDD73DD9121}"/>
              </a:ext>
            </a:extLst>
          </p:cNvPr>
          <p:cNvCxnSpPr>
            <a:cxnSpLocks/>
          </p:cNvCxnSpPr>
          <p:nvPr/>
        </p:nvCxnSpPr>
        <p:spPr>
          <a:xfrm>
            <a:off x="8212584" y="4587863"/>
            <a:ext cx="0" cy="221932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0106CCF-F63B-CE38-69BD-166FDB1BA7AE}"/>
              </a:ext>
            </a:extLst>
          </p:cNvPr>
          <p:cNvCxnSpPr>
            <a:cxnSpLocks/>
          </p:cNvCxnSpPr>
          <p:nvPr/>
        </p:nvCxnSpPr>
        <p:spPr>
          <a:xfrm flipV="1">
            <a:off x="8140121" y="4587863"/>
            <a:ext cx="67904" cy="7418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9C44CD3F-62BC-0160-9177-5A4DC70FC25E}"/>
              </a:ext>
            </a:extLst>
          </p:cNvPr>
          <p:cNvCxnSpPr>
            <a:cxnSpLocks/>
          </p:cNvCxnSpPr>
          <p:nvPr/>
        </p:nvCxnSpPr>
        <p:spPr>
          <a:xfrm flipV="1">
            <a:off x="8143854" y="4806942"/>
            <a:ext cx="67904" cy="7418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36F1B2D5-99CF-AC1F-758C-282B7C4DD9F7}"/>
              </a:ext>
            </a:extLst>
          </p:cNvPr>
          <p:cNvCxnSpPr>
            <a:cxnSpLocks/>
          </p:cNvCxnSpPr>
          <p:nvPr/>
        </p:nvCxnSpPr>
        <p:spPr>
          <a:xfrm flipH="1">
            <a:off x="8208025" y="4706864"/>
            <a:ext cx="295160" cy="14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316F4EA7-6B03-3879-4DC0-581F1B777F52}"/>
              </a:ext>
            </a:extLst>
          </p:cNvPr>
          <p:cNvSpPr txBox="1"/>
          <p:nvPr/>
        </p:nvSpPr>
        <p:spPr>
          <a:xfrm>
            <a:off x="8266973" y="4884906"/>
            <a:ext cx="13966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channelWidth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078660C-FAAE-2C50-2E4E-0C53612199D3}"/>
              </a:ext>
            </a:extLst>
          </p:cNvPr>
          <p:cNvSpPr txBox="1"/>
          <p:nvPr/>
        </p:nvSpPr>
        <p:spPr>
          <a:xfrm>
            <a:off x="8419344" y="4560575"/>
            <a:ext cx="13966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channelHeight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9370CF-D640-942E-0829-E82C0AFBEABD}"/>
              </a:ext>
            </a:extLst>
          </p:cNvPr>
          <p:cNvCxnSpPr>
            <a:cxnSpLocks/>
          </p:cNvCxnSpPr>
          <p:nvPr/>
        </p:nvCxnSpPr>
        <p:spPr>
          <a:xfrm flipH="1">
            <a:off x="1656304" y="2277984"/>
            <a:ext cx="2568487" cy="242771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76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52E1-F392-3ED0-EDF8-650641BE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B8464C4D-268B-C6EC-0566-9CB2B3077144}"/>
              </a:ext>
            </a:extLst>
          </p:cNvPr>
          <p:cNvGrpSpPr/>
          <p:nvPr/>
        </p:nvGrpSpPr>
        <p:grpSpPr>
          <a:xfrm>
            <a:off x="695404" y="1700808"/>
            <a:ext cx="9361039" cy="4404815"/>
            <a:chOff x="695404" y="1700808"/>
            <a:chExt cx="9361039" cy="440481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047128D-4607-8A0C-4395-4BAC88AF68CD}"/>
                </a:ext>
              </a:extLst>
            </p:cNvPr>
            <p:cNvSpPr/>
            <p:nvPr/>
          </p:nvSpPr>
          <p:spPr>
            <a:xfrm>
              <a:off x="695404" y="1700808"/>
              <a:ext cx="9361039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DB2DE720-BEEC-E94F-23B3-F884AAB0F717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B2EC332-2D96-0F71-5031-95039A195818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6C0A8660-873F-F97E-6EE5-F4E6F203787C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D22FFC-1999-9B99-D2F6-010D6D5D7F0F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ABAF872-8A57-B6F4-4074-3A40EA3F6B4A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314FE3A-1C57-21CD-3A50-20AD5C172E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B99C9CA-196F-BA2E-4712-FBAA58F9AED8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A738C62-7C0E-BD93-0F5E-5370C272E179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310EABD-7840-9A7F-C897-2F6EF6CDFF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03A9C6-0ABA-0402-6784-2C38CA1A5A50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572471-7A89-450F-9864-C53A0C4647BE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U-shaped channels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3F3D782-8D20-50FC-AEEE-19BBEDD2FB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32260A38-6483-631D-4C21-71DE5E83299A}"/>
                </a:ext>
              </a:extLst>
            </p:cNvPr>
            <p:cNvGrpSpPr/>
            <p:nvPr/>
          </p:nvGrpSpPr>
          <p:grpSpPr>
            <a:xfrm>
              <a:off x="1609609" y="2479634"/>
              <a:ext cx="7616207" cy="2681371"/>
              <a:chOff x="1199456" y="2161432"/>
              <a:chExt cx="7616207" cy="2681371"/>
            </a:xfrm>
          </p:grpSpPr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7EC541AB-A8CD-A37B-90F9-E60256CC274B}"/>
                  </a:ext>
                </a:extLst>
              </p:cNvPr>
              <p:cNvSpPr/>
              <p:nvPr/>
            </p:nvSpPr>
            <p:spPr>
              <a:xfrm>
                <a:off x="7618409" y="2161432"/>
                <a:ext cx="1197254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3C4469E6-4D1F-9649-BE63-D712DAC4D499}"/>
                  </a:ext>
                </a:extLst>
              </p:cNvPr>
              <p:cNvSpPr/>
              <p:nvPr/>
            </p:nvSpPr>
            <p:spPr>
              <a:xfrm>
                <a:off x="6473910" y="2213666"/>
                <a:ext cx="2280532" cy="2288722"/>
              </a:xfrm>
              <a:prstGeom prst="cube">
                <a:avLst>
                  <a:gd name="adj" fmla="val 90070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17A70C65-0AE6-E932-CEBF-5A631E9484BD}"/>
                  </a:ext>
                </a:extLst>
              </p:cNvPr>
              <p:cNvSpPr/>
              <p:nvPr/>
            </p:nvSpPr>
            <p:spPr>
              <a:xfrm>
                <a:off x="5861916" y="2161432"/>
                <a:ext cx="1197254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B7C51D45-B614-36FB-19E7-5A06AE5B5DB3}"/>
                  </a:ext>
                </a:extLst>
              </p:cNvPr>
              <p:cNvSpPr/>
              <p:nvPr/>
            </p:nvSpPr>
            <p:spPr>
              <a:xfrm>
                <a:off x="4724732" y="2218185"/>
                <a:ext cx="2280532" cy="2288722"/>
              </a:xfrm>
              <a:prstGeom prst="cube">
                <a:avLst>
                  <a:gd name="adj" fmla="val 90070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EA048AC7-2545-6CCE-448F-66F8CBAAD1A4}"/>
                  </a:ext>
                </a:extLst>
              </p:cNvPr>
              <p:cNvSpPr/>
              <p:nvPr/>
            </p:nvSpPr>
            <p:spPr>
              <a:xfrm>
                <a:off x="4105423" y="2161432"/>
                <a:ext cx="1197254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E461B03-04B2-BB5C-6E6A-A9273E7CB115}"/>
                  </a:ext>
                </a:extLst>
              </p:cNvPr>
              <p:cNvSpPr/>
              <p:nvPr/>
            </p:nvSpPr>
            <p:spPr>
              <a:xfrm>
                <a:off x="2999656" y="2195985"/>
                <a:ext cx="2280532" cy="2288722"/>
              </a:xfrm>
              <a:prstGeom prst="cube">
                <a:avLst>
                  <a:gd name="adj" fmla="val 90070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622A0D78-2C97-453E-6118-79088FF76426}"/>
                  </a:ext>
                </a:extLst>
              </p:cNvPr>
              <p:cNvSpPr/>
              <p:nvPr/>
            </p:nvSpPr>
            <p:spPr>
              <a:xfrm>
                <a:off x="2999656" y="4206720"/>
                <a:ext cx="4784817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32972057-2AA4-F142-A915-67A855048209}"/>
                  </a:ext>
                </a:extLst>
              </p:cNvPr>
              <p:cNvSpPr/>
              <p:nvPr/>
            </p:nvSpPr>
            <p:spPr>
              <a:xfrm>
                <a:off x="1764900" y="2227019"/>
                <a:ext cx="2585630" cy="2560087"/>
              </a:xfrm>
              <a:prstGeom prst="cube">
                <a:avLst>
                  <a:gd name="adj" fmla="val 91184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A14CA148-115D-311A-F085-52D5CB984942}"/>
                  </a:ext>
                </a:extLst>
              </p:cNvPr>
              <p:cNvSpPr/>
              <p:nvPr/>
            </p:nvSpPr>
            <p:spPr>
              <a:xfrm>
                <a:off x="3521393" y="2227019"/>
                <a:ext cx="2585630" cy="2560087"/>
              </a:xfrm>
              <a:prstGeom prst="cube">
                <a:avLst>
                  <a:gd name="adj" fmla="val 91184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0ED6C29C-BA36-F4BC-BC0F-4FBCB15E28C0}"/>
                  </a:ext>
                </a:extLst>
              </p:cNvPr>
              <p:cNvSpPr/>
              <p:nvPr/>
            </p:nvSpPr>
            <p:spPr>
              <a:xfrm>
                <a:off x="5273653" y="2227019"/>
                <a:ext cx="2585630" cy="2560087"/>
              </a:xfrm>
              <a:prstGeom prst="cube">
                <a:avLst>
                  <a:gd name="adj" fmla="val 91184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EE2113AB-4B8A-7361-CFD3-2351D35C2276}"/>
                  </a:ext>
                </a:extLst>
              </p:cNvPr>
              <p:cNvSpPr/>
              <p:nvPr/>
            </p:nvSpPr>
            <p:spPr>
              <a:xfrm>
                <a:off x="1199456" y="4540403"/>
                <a:ext cx="433781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F958327-9818-5792-9DE2-6BE6910C8BED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025244E7-800A-133D-80DF-4AE9C1A9B403}"/>
                </a:ext>
              </a:extLst>
            </p:cNvPr>
            <p:cNvSpPr/>
            <p:nvPr/>
          </p:nvSpPr>
          <p:spPr>
            <a:xfrm>
              <a:off x="1841023" y="2427358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09EECA0-B1A2-2BAE-DD01-28131D0908C0}"/>
                </a:ext>
              </a:extLst>
            </p:cNvPr>
            <p:cNvCxnSpPr>
              <a:cxnSpLocks/>
            </p:cNvCxnSpPr>
            <p:nvPr/>
          </p:nvCxnSpPr>
          <p:spPr>
            <a:xfrm>
              <a:off x="8128797" y="4606408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81E83E5-C414-6EB1-1B47-EAA16E64A7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1575" y="4789289"/>
              <a:ext cx="166626" cy="992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4A0E6B9-D0BB-3726-ABDC-D3466E352D5A}"/>
                </a:ext>
              </a:extLst>
            </p:cNvPr>
            <p:cNvCxnSpPr>
              <a:cxnSpLocks/>
            </p:cNvCxnSpPr>
            <p:nvPr/>
          </p:nvCxnSpPr>
          <p:spPr>
            <a:xfrm>
              <a:off x="8201882" y="4536408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7F5F24C-68EC-2CE9-88C1-5AC104102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9419" y="4536408"/>
              <a:ext cx="67904" cy="741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04DBCB2-512A-A01A-C66E-404BE143A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152" y="4755487"/>
              <a:ext cx="67904" cy="741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8CAF78E-419C-5A53-BD3E-40A78747F379}"/>
                </a:ext>
              </a:extLst>
            </p:cNvPr>
            <p:cNvCxnSpPr>
              <a:cxnSpLocks/>
              <a:stCxn id="137" idx="2"/>
            </p:cNvCxnSpPr>
            <p:nvPr/>
          </p:nvCxnSpPr>
          <p:spPr>
            <a:xfrm>
              <a:off x="3400405" y="2696710"/>
              <a:ext cx="518885" cy="2002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6A0BA73-4712-025A-A4A4-3C777EA74A31}"/>
                </a:ext>
              </a:extLst>
            </p:cNvPr>
            <p:cNvSpPr txBox="1"/>
            <p:nvPr/>
          </p:nvSpPr>
          <p:spPr>
            <a:xfrm>
              <a:off x="8256271" y="483345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F513AE1-84AE-0C43-F75D-D45642FE3B73}"/>
                </a:ext>
              </a:extLst>
            </p:cNvPr>
            <p:cNvSpPr txBox="1"/>
            <p:nvPr/>
          </p:nvSpPr>
          <p:spPr>
            <a:xfrm>
              <a:off x="8490358" y="4517852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5868F60-D2FC-EEB0-6448-587213514D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3670" y="3212976"/>
              <a:ext cx="59000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4118958-4021-E153-90D9-FDECE332028A}"/>
                </a:ext>
              </a:extLst>
            </p:cNvPr>
            <p:cNvSpPr txBox="1"/>
            <p:nvPr/>
          </p:nvSpPr>
          <p:spPr>
            <a:xfrm>
              <a:off x="6816080" y="2958000"/>
              <a:ext cx="122260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9B07AD9-C996-2103-F6BE-E9F1D3DC84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25795" y="2690710"/>
              <a:ext cx="1807409" cy="178544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3DA0C-A682-8D6F-3939-2F67B30F6948}"/>
                </a:ext>
              </a:extLst>
            </p:cNvPr>
            <p:cNvSpPr txBox="1"/>
            <p:nvPr/>
          </p:nvSpPr>
          <p:spPr>
            <a:xfrm rot="18928607">
              <a:off x="3998380" y="3300967"/>
              <a:ext cx="1368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effFlowLength</a:t>
              </a:r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59760F6-2F28-E582-4D36-0FE9F6816A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1198" y="2935608"/>
              <a:ext cx="43058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EE64306-5927-BA3B-E72F-96852F7EFE8B}"/>
                </a:ext>
              </a:extLst>
            </p:cNvPr>
            <p:cNvSpPr txBox="1"/>
            <p:nvPr/>
          </p:nvSpPr>
          <p:spPr>
            <a:xfrm>
              <a:off x="2758633" y="2442794"/>
              <a:ext cx="12835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channelMargin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43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5235-59C2-A354-7FA2-903E07A2C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970535EE-841D-03C0-5A24-E22EDB41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881" y="2186762"/>
            <a:ext cx="7431157" cy="352103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934130A-6266-F907-5970-3F22399326BD}"/>
              </a:ext>
            </a:extLst>
          </p:cNvPr>
          <p:cNvGrpSpPr/>
          <p:nvPr/>
        </p:nvGrpSpPr>
        <p:grpSpPr>
          <a:xfrm>
            <a:off x="407368" y="1484784"/>
            <a:ext cx="11086566" cy="4404815"/>
            <a:chOff x="407368" y="1484784"/>
            <a:chExt cx="11086566" cy="44048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8924F0-16FE-9BBC-6F12-89066BC9ACC6}"/>
                </a:ext>
              </a:extLst>
            </p:cNvPr>
            <p:cNvSpPr/>
            <p:nvPr/>
          </p:nvSpPr>
          <p:spPr>
            <a:xfrm>
              <a:off x="407368" y="1484784"/>
              <a:ext cx="11086566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D5F2E016-4C1B-7AC2-8EFB-5250DA2C6592}"/>
                </a:ext>
              </a:extLst>
            </p:cNvPr>
            <p:cNvSpPr/>
            <p:nvPr/>
          </p:nvSpPr>
          <p:spPr>
            <a:xfrm>
              <a:off x="1559492" y="2636912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06C9220-097C-1B20-C11B-46406668DCDD}"/>
                </a:ext>
              </a:extLst>
            </p:cNvPr>
            <p:cNvSpPr/>
            <p:nvPr/>
          </p:nvSpPr>
          <p:spPr>
            <a:xfrm>
              <a:off x="1559492" y="3068960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B7F39E0-E115-668B-7325-AF460DEB6C73}"/>
                </a:ext>
              </a:extLst>
            </p:cNvPr>
            <p:cNvSpPr/>
            <p:nvPr/>
          </p:nvSpPr>
          <p:spPr>
            <a:xfrm>
              <a:off x="4007528" y="2641484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3BD22C-1848-3106-F4FE-1CAF8FBDB13C}"/>
                </a:ext>
              </a:extLst>
            </p:cNvPr>
            <p:cNvSpPr/>
            <p:nvPr/>
          </p:nvSpPr>
          <p:spPr>
            <a:xfrm>
              <a:off x="4007528" y="2209436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2DDC2B-2882-5782-352D-EB02159C496F}"/>
                </a:ext>
              </a:extLst>
            </p:cNvPr>
            <p:cNvSpPr txBox="1"/>
            <p:nvPr/>
          </p:nvSpPr>
          <p:spPr>
            <a:xfrm rot="19023903">
              <a:off x="2174492" y="3035349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BFE9875-4EF0-056C-36CF-D45990FCB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60425" y="2023864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C1FFD7-AFB0-118A-F461-0A7D84B0479C}"/>
                </a:ext>
              </a:extLst>
            </p:cNvPr>
            <p:cNvSpPr txBox="1"/>
            <p:nvPr/>
          </p:nvSpPr>
          <p:spPr>
            <a:xfrm>
              <a:off x="6182209" y="1782304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E39FAD-A993-3E0F-C6F8-022B9EC8949A}"/>
                </a:ext>
              </a:extLst>
            </p:cNvPr>
            <p:cNvSpPr/>
            <p:nvPr/>
          </p:nvSpPr>
          <p:spPr>
            <a:xfrm>
              <a:off x="1554534" y="4931760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2230B07-BF7D-A487-CD79-A8AFE7443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2829" y="4931760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EFE4539-BE4E-081A-63FA-FCFFA8F0AE84}"/>
                </a:ext>
              </a:extLst>
            </p:cNvPr>
            <p:cNvSpPr txBox="1"/>
            <p:nvPr/>
          </p:nvSpPr>
          <p:spPr>
            <a:xfrm>
              <a:off x="407368" y="5065939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1A7503-B542-5EA7-8C4D-FBE2D73F2E0C}"/>
                </a:ext>
              </a:extLst>
            </p:cNvPr>
            <p:cNvSpPr txBox="1"/>
            <p:nvPr/>
          </p:nvSpPr>
          <p:spPr>
            <a:xfrm>
              <a:off x="1554534" y="5517232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2: Parallel channels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C63707EC-3A18-1BE5-3525-B3572CCE0B8F}"/>
                </a:ext>
              </a:extLst>
            </p:cNvPr>
            <p:cNvSpPr/>
            <p:nvPr/>
          </p:nvSpPr>
          <p:spPr>
            <a:xfrm>
              <a:off x="3961406" y="2593480"/>
              <a:ext cx="5086917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2713899D-86D4-EA7A-FB4E-D44F6A1DA8C6}"/>
                </a:ext>
              </a:extLst>
            </p:cNvPr>
            <p:cNvSpPr txBox="1"/>
            <p:nvPr/>
          </p:nvSpPr>
          <p:spPr>
            <a:xfrm>
              <a:off x="9934022" y="292309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A20C7BA-A40A-A782-2A2E-1E16F4CE517E}"/>
                </a:ext>
              </a:extLst>
            </p:cNvPr>
            <p:cNvSpPr txBox="1"/>
            <p:nvPr/>
          </p:nvSpPr>
          <p:spPr>
            <a:xfrm>
              <a:off x="10097266" y="258992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8FEA2482-9169-6F6F-D6D3-E1F71048C529}"/>
                </a:ext>
              </a:extLst>
            </p:cNvPr>
            <p:cNvSpPr/>
            <p:nvPr/>
          </p:nvSpPr>
          <p:spPr>
            <a:xfrm>
              <a:off x="2186280" y="2659067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6C26B58B-1E1A-DF76-0CA2-0BC1C1DBC724}"/>
                </a:ext>
              </a:extLst>
            </p:cNvPr>
            <p:cNvSpPr/>
            <p:nvPr/>
          </p:nvSpPr>
          <p:spPr>
            <a:xfrm>
              <a:off x="3844853" y="2949530"/>
              <a:ext cx="4851446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DBE713D5-1C99-7E98-FCCC-C99B0E4465AC}"/>
                </a:ext>
              </a:extLst>
            </p:cNvPr>
            <p:cNvSpPr/>
            <p:nvPr/>
          </p:nvSpPr>
          <p:spPr>
            <a:xfrm>
              <a:off x="3484658" y="3305580"/>
              <a:ext cx="4779438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77C861E-5FB6-FAAA-F526-EFA26A9A5EF3}"/>
                </a:ext>
              </a:extLst>
            </p:cNvPr>
            <p:cNvSpPr/>
            <p:nvPr/>
          </p:nvSpPr>
          <p:spPr>
            <a:xfrm>
              <a:off x="3142938" y="3661630"/>
              <a:ext cx="4851446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3BF46185-58F9-DB50-9CFF-0B918B121793}"/>
                </a:ext>
              </a:extLst>
            </p:cNvPr>
            <p:cNvSpPr/>
            <p:nvPr/>
          </p:nvSpPr>
          <p:spPr>
            <a:xfrm>
              <a:off x="2770928" y="4017680"/>
              <a:ext cx="4779438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01431F86-67EA-76DC-2E44-2FC71FECA586}"/>
                </a:ext>
              </a:extLst>
            </p:cNvPr>
            <p:cNvSpPr/>
            <p:nvPr/>
          </p:nvSpPr>
          <p:spPr>
            <a:xfrm>
              <a:off x="7003354" y="2647260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209E04F7-A8A5-5271-71B9-A9F66D08BB54}"/>
                </a:ext>
              </a:extLst>
            </p:cNvPr>
            <p:cNvSpPr/>
            <p:nvPr/>
          </p:nvSpPr>
          <p:spPr>
            <a:xfrm>
              <a:off x="1420463" y="4421192"/>
              <a:ext cx="1062804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26123BF-C904-338C-ACB0-B37404722D29}"/>
                </a:ext>
              </a:extLst>
            </p:cNvPr>
            <p:cNvSpPr/>
            <p:nvPr/>
          </p:nvSpPr>
          <p:spPr>
            <a:xfrm>
              <a:off x="2370539" y="4420294"/>
              <a:ext cx="4868320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5DDF1A0-69C1-5306-7648-729AE03E7F78}"/>
                </a:ext>
              </a:extLst>
            </p:cNvPr>
            <p:cNvSpPr/>
            <p:nvPr/>
          </p:nvSpPr>
          <p:spPr>
            <a:xfrm>
              <a:off x="1559492" y="4509120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08C84104-9E97-C8BE-182E-16440A6B3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75074" y="2745057"/>
              <a:ext cx="295160" cy="149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AA2844E-F081-4FF6-94EE-C50C8556BB53}"/>
                </a:ext>
              </a:extLst>
            </p:cNvPr>
            <p:cNvCxnSpPr>
              <a:cxnSpLocks/>
            </p:cNvCxnSpPr>
            <p:nvPr/>
          </p:nvCxnSpPr>
          <p:spPr>
            <a:xfrm rot="19140222" flipH="1">
              <a:off x="5788034" y="3073558"/>
              <a:ext cx="59000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9784E4B-586C-91F6-3BB9-6B54E149E159}"/>
                </a:ext>
              </a:extLst>
            </p:cNvPr>
            <p:cNvSpPr txBox="1"/>
            <p:nvPr/>
          </p:nvSpPr>
          <p:spPr>
            <a:xfrm rot="19123219">
              <a:off x="5393349" y="2853549"/>
              <a:ext cx="122260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5CD790A-97D0-5C31-0D93-2DBAD54901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64405" y="3775833"/>
              <a:ext cx="4609640" cy="893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16412B8-3D75-A56C-10A9-8729A737E93E}"/>
                </a:ext>
              </a:extLst>
            </p:cNvPr>
            <p:cNvSpPr txBox="1"/>
            <p:nvPr/>
          </p:nvSpPr>
          <p:spPr>
            <a:xfrm>
              <a:off x="5075712" y="3573552"/>
              <a:ext cx="12299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channelLength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911FF0D-68B6-EBB9-C445-693936FDD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8268" y="2061960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4B3B0DE-0584-172D-EF10-C5982534F9FB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112369" y="2480686"/>
              <a:ext cx="518885" cy="20022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E7D2F47-2CD7-9892-4D68-C28D6FFAE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3162" y="2719584"/>
              <a:ext cx="43058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C18AB7-A80D-4838-FBFA-EFCA85F0ED60}"/>
                </a:ext>
              </a:extLst>
            </p:cNvPr>
            <p:cNvSpPr txBox="1"/>
            <p:nvPr/>
          </p:nvSpPr>
          <p:spPr>
            <a:xfrm>
              <a:off x="2470597" y="2226770"/>
              <a:ext cx="12835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channelMargin</a:t>
              </a:r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F47F3CDF-F67F-DFC5-BD59-33D7F62A606F}"/>
                </a:ext>
              </a:extLst>
            </p:cNvPr>
            <p:cNvSpPr/>
            <p:nvPr/>
          </p:nvSpPr>
          <p:spPr>
            <a:xfrm>
              <a:off x="8925395" y="2598052"/>
              <a:ext cx="982619" cy="351478"/>
            </a:xfrm>
            <a:prstGeom prst="cube">
              <a:avLst>
                <a:gd name="adj" fmla="val 3362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6545D6F-88EC-C8D5-46A2-44F0E8AFF596}"/>
                </a:ext>
              </a:extLst>
            </p:cNvPr>
            <p:cNvCxnSpPr>
              <a:cxnSpLocks/>
            </p:cNvCxnSpPr>
            <p:nvPr/>
          </p:nvCxnSpPr>
          <p:spPr>
            <a:xfrm>
              <a:off x="9799811" y="2719584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2DF14663-E700-DBD4-16A5-897613AFEB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49326" y="2878937"/>
              <a:ext cx="166626" cy="992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9186E3F-0E26-45D8-A930-53CAA2F9FF40}"/>
                </a:ext>
              </a:extLst>
            </p:cNvPr>
            <p:cNvCxnSpPr>
              <a:cxnSpLocks/>
            </p:cNvCxnSpPr>
            <p:nvPr/>
          </p:nvCxnSpPr>
          <p:spPr>
            <a:xfrm>
              <a:off x="9912420" y="2597869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82F2A77C-A2DC-8EF8-29B7-4B5DBEF0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6908" y="2591963"/>
              <a:ext cx="112011" cy="115643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55F31A1-9F07-AFD2-5C3B-47A363CF8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03491" y="2830550"/>
              <a:ext cx="108929" cy="1189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96060922-D5CD-D2F8-9E22-76EA1194DCE0}"/>
                </a:ext>
              </a:extLst>
            </p:cNvPr>
            <p:cNvSpPr/>
            <p:nvPr/>
          </p:nvSpPr>
          <p:spPr>
            <a:xfrm>
              <a:off x="1551537" y="2204864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511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FF35B8CE-A012-2A6A-9211-7D9AEC422FDC}"/>
              </a:ext>
            </a:extLst>
          </p:cNvPr>
          <p:cNvGrpSpPr/>
          <p:nvPr/>
        </p:nvGrpSpPr>
        <p:grpSpPr>
          <a:xfrm>
            <a:off x="119336" y="2474894"/>
            <a:ext cx="13249472" cy="2865064"/>
            <a:chOff x="119336" y="2474894"/>
            <a:chExt cx="13249472" cy="2865064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65CA272-2944-76F8-C946-B89F7358E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4540" y="2476876"/>
              <a:ext cx="7204268" cy="28611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775F4B3-ED60-2B8A-BF51-D823E36D6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336" y="2474894"/>
              <a:ext cx="6086774" cy="2865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07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9005E0A-3E37-9856-742D-126686B424D1}"/>
              </a:ext>
            </a:extLst>
          </p:cNvPr>
          <p:cNvGrpSpPr/>
          <p:nvPr/>
        </p:nvGrpSpPr>
        <p:grpSpPr>
          <a:xfrm>
            <a:off x="-528736" y="1393521"/>
            <a:ext cx="13969552" cy="3314987"/>
            <a:chOff x="-528736" y="1393521"/>
            <a:chExt cx="13969552" cy="3314987"/>
          </a:xfrm>
        </p:grpSpPr>
        <p:pic>
          <p:nvPicPr>
            <p:cNvPr id="396" name="Picture 395">
              <a:extLst>
                <a:ext uri="{FF2B5EF4-FFF2-40B4-BE49-F238E27FC236}">
                  <a16:creationId xmlns:a16="http://schemas.microsoft.com/office/drawing/2014/main" id="{34314A0B-E257-5D58-FDE1-4CB5B56D2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7615" y="1393521"/>
              <a:ext cx="7023201" cy="3305843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6E8DB85-EB6B-0716-A63F-18544E8CF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28736" y="1393521"/>
              <a:ext cx="7027773" cy="33149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3845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46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53E7-273E-E991-FEC7-34543F9F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12B0-04F9-96D8-A5E9-516917EC5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9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BB10CCE-F9AE-CB92-AFB0-E5701AAD32A2}"/>
              </a:ext>
            </a:extLst>
          </p:cNvPr>
          <p:cNvGrpSpPr/>
          <p:nvPr/>
        </p:nvGrpSpPr>
        <p:grpSpPr>
          <a:xfrm>
            <a:off x="695404" y="1636218"/>
            <a:ext cx="9433044" cy="4404815"/>
            <a:chOff x="695404" y="1636218"/>
            <a:chExt cx="9433044" cy="440481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51ED7C-32E3-7CEE-A315-75B575116B8C}"/>
                </a:ext>
              </a:extLst>
            </p:cNvPr>
            <p:cNvSpPr/>
            <p:nvPr/>
          </p:nvSpPr>
          <p:spPr>
            <a:xfrm>
              <a:off x="767408" y="1636218"/>
              <a:ext cx="9361040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3C3D90B-39DA-8BD5-8ACD-EC8C53FA90A5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52636DD-DD68-E03E-8454-C621B5519052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DFF66F5F-5E34-1162-D620-A9169B499C08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15614A-F503-E188-448F-BF0C4D31D26D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3C0129B-64B5-5728-8C4F-533E3744E0CF}"/>
                </a:ext>
              </a:extLst>
            </p:cNvPr>
            <p:cNvGrpSpPr/>
            <p:nvPr/>
          </p:nvGrpSpPr>
          <p:grpSpPr>
            <a:xfrm>
              <a:off x="948904" y="2559624"/>
              <a:ext cx="8573266" cy="2498870"/>
              <a:chOff x="1055440" y="2630648"/>
              <a:chExt cx="8573266" cy="249887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9113507-1E2F-852E-B359-726756A5A97A}"/>
                  </a:ext>
                </a:extLst>
              </p:cNvPr>
              <p:cNvGrpSpPr/>
              <p:nvPr/>
            </p:nvGrpSpPr>
            <p:grpSpPr>
              <a:xfrm>
                <a:off x="1055440" y="4776719"/>
                <a:ext cx="1584176" cy="328897"/>
                <a:chOff x="2207568" y="6256784"/>
                <a:chExt cx="1584176" cy="328897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FC8A96EC-9E28-810E-789D-4B37F671015F}"/>
                    </a:ext>
                  </a:extLst>
                </p:cNvPr>
                <p:cNvSpPr/>
                <p:nvPr/>
              </p:nvSpPr>
              <p:spPr>
                <a:xfrm>
                  <a:off x="2207568" y="6400800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2" name="Parallelogram 41">
                  <a:extLst>
                    <a:ext uri="{FF2B5EF4-FFF2-40B4-BE49-F238E27FC236}">
                      <a16:creationId xmlns:a16="http://schemas.microsoft.com/office/drawing/2014/main" id="{410FC4DE-1896-657E-F4EE-91A78CB6E44E}"/>
                    </a:ext>
                  </a:extLst>
                </p:cNvPr>
                <p:cNvSpPr/>
                <p:nvPr/>
              </p:nvSpPr>
              <p:spPr>
                <a:xfrm>
                  <a:off x="2209007" y="6256784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4" name="Parallelogram 43">
                  <a:extLst>
                    <a:ext uri="{FF2B5EF4-FFF2-40B4-BE49-F238E27FC236}">
                      <a16:creationId xmlns:a16="http://schemas.microsoft.com/office/drawing/2014/main" id="{48346DE4-CBA0-1F5B-BB6E-33A40ADA2B7E}"/>
                    </a:ext>
                  </a:extLst>
                </p:cNvPr>
                <p:cNvSpPr/>
                <p:nvPr/>
              </p:nvSpPr>
              <p:spPr>
                <a:xfrm>
                  <a:off x="2209007" y="6441665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83D62EEF-F718-C0EA-236E-EA1470291A70}"/>
                    </a:ext>
                  </a:extLst>
                </p:cNvPr>
                <p:cNvSpPr/>
                <p:nvPr/>
              </p:nvSpPr>
              <p:spPr>
                <a:xfrm>
                  <a:off x="2376944" y="6256784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2" name="Parallelogram 51">
                <a:extLst>
                  <a:ext uri="{FF2B5EF4-FFF2-40B4-BE49-F238E27FC236}">
                    <a16:creationId xmlns:a16="http://schemas.microsoft.com/office/drawing/2014/main" id="{4CFB4BA6-7C8A-A8FC-DEB0-99AA7B6A469C}"/>
                  </a:ext>
                </a:extLst>
              </p:cNvPr>
              <p:cNvSpPr/>
              <p:nvPr/>
            </p:nvSpPr>
            <p:spPr>
              <a:xfrm>
                <a:off x="4570026" y="4826541"/>
                <a:ext cx="574625" cy="123971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5" name="Parallelogram 54">
                <a:extLst>
                  <a:ext uri="{FF2B5EF4-FFF2-40B4-BE49-F238E27FC236}">
                    <a16:creationId xmlns:a16="http://schemas.microsoft.com/office/drawing/2014/main" id="{A6C94DE6-43F4-DF37-8EA5-5AC5BE76574A}"/>
                  </a:ext>
                </a:extLst>
              </p:cNvPr>
              <p:cNvSpPr/>
              <p:nvPr/>
            </p:nvSpPr>
            <p:spPr>
              <a:xfrm>
                <a:off x="2279576" y="2631557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6" name="Parallelogram 55">
                <a:extLst>
                  <a:ext uri="{FF2B5EF4-FFF2-40B4-BE49-F238E27FC236}">
                    <a16:creationId xmlns:a16="http://schemas.microsoft.com/office/drawing/2014/main" id="{B7B1BF20-FE3C-DB9A-E494-75EE00B22D16}"/>
                  </a:ext>
                </a:extLst>
              </p:cNvPr>
              <p:cNvSpPr/>
              <p:nvPr/>
            </p:nvSpPr>
            <p:spPr>
              <a:xfrm>
                <a:off x="2304315" y="2800973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DC0B6F0-5F77-8124-A9D6-E71936B1BE36}"/>
                  </a:ext>
                </a:extLst>
              </p:cNvPr>
              <p:cNvSpPr/>
              <p:nvPr/>
            </p:nvSpPr>
            <p:spPr>
              <a:xfrm>
                <a:off x="4806327" y="2631170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1" name="Parallelogram 60">
                <a:extLst>
                  <a:ext uri="{FF2B5EF4-FFF2-40B4-BE49-F238E27FC236}">
                    <a16:creationId xmlns:a16="http://schemas.microsoft.com/office/drawing/2014/main" id="{E8050AB1-C5C0-BAF6-F3AC-DC1AC5A4F759}"/>
                  </a:ext>
                </a:extLst>
              </p:cNvPr>
              <p:cNvSpPr/>
              <p:nvPr/>
            </p:nvSpPr>
            <p:spPr>
              <a:xfrm>
                <a:off x="2928269" y="263481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Parallelogram 61">
                <a:extLst>
                  <a:ext uri="{FF2B5EF4-FFF2-40B4-BE49-F238E27FC236}">
                    <a16:creationId xmlns:a16="http://schemas.microsoft.com/office/drawing/2014/main" id="{B7C8BA39-B3A5-DC36-9535-DA0577384D3A}"/>
                  </a:ext>
                </a:extLst>
              </p:cNvPr>
              <p:cNvSpPr/>
              <p:nvPr/>
            </p:nvSpPr>
            <p:spPr>
              <a:xfrm>
                <a:off x="2953008" y="2804232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22E3122-70DD-501A-175E-23E7BAEA38F7}"/>
                  </a:ext>
                </a:extLst>
              </p:cNvPr>
              <p:cNvSpPr/>
              <p:nvPr/>
            </p:nvSpPr>
            <p:spPr>
              <a:xfrm>
                <a:off x="5435414" y="2630648"/>
                <a:ext cx="312613" cy="184142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A65AE03-8922-80E3-5CCA-02BA93FAB89E}"/>
                  </a:ext>
                </a:extLst>
              </p:cNvPr>
              <p:cNvSpPr/>
              <p:nvPr/>
            </p:nvSpPr>
            <p:spPr>
              <a:xfrm>
                <a:off x="2928268" y="4938096"/>
                <a:ext cx="862037" cy="178364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5" name="Parallelogram 64">
                <a:extLst>
                  <a:ext uri="{FF2B5EF4-FFF2-40B4-BE49-F238E27FC236}">
                    <a16:creationId xmlns:a16="http://schemas.microsoft.com/office/drawing/2014/main" id="{47E1DF27-1AE9-1857-5DB7-4654CF7A0E4D}"/>
                  </a:ext>
                </a:extLst>
              </p:cNvPr>
              <p:cNvSpPr/>
              <p:nvPr/>
            </p:nvSpPr>
            <p:spPr>
              <a:xfrm>
                <a:off x="3580585" y="2643869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6" name="Parallelogram 65">
                <a:extLst>
                  <a:ext uri="{FF2B5EF4-FFF2-40B4-BE49-F238E27FC236}">
                    <a16:creationId xmlns:a16="http://schemas.microsoft.com/office/drawing/2014/main" id="{D05F8986-79A0-32E6-F8FC-8FE898E073FD}"/>
                  </a:ext>
                </a:extLst>
              </p:cNvPr>
              <p:cNvSpPr/>
              <p:nvPr/>
            </p:nvSpPr>
            <p:spPr>
              <a:xfrm>
                <a:off x="3605324" y="2813285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8C0B103-04C1-FD36-5DA7-A8A8C650AAB4}"/>
                  </a:ext>
                </a:extLst>
              </p:cNvPr>
              <p:cNvSpPr/>
              <p:nvPr/>
            </p:nvSpPr>
            <p:spPr>
              <a:xfrm>
                <a:off x="6098377" y="2645378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9" name="Parallelogram 68">
                <a:extLst>
                  <a:ext uri="{FF2B5EF4-FFF2-40B4-BE49-F238E27FC236}">
                    <a16:creationId xmlns:a16="http://schemas.microsoft.com/office/drawing/2014/main" id="{6046E7BD-2FC8-097E-5AEC-3BF3BCC622CC}"/>
                  </a:ext>
                </a:extLst>
              </p:cNvPr>
              <p:cNvSpPr/>
              <p:nvPr/>
            </p:nvSpPr>
            <p:spPr>
              <a:xfrm>
                <a:off x="4220319" y="2644791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0" name="Parallelogram 69">
                <a:extLst>
                  <a:ext uri="{FF2B5EF4-FFF2-40B4-BE49-F238E27FC236}">
                    <a16:creationId xmlns:a16="http://schemas.microsoft.com/office/drawing/2014/main" id="{65BFD3DA-AD3C-1626-A959-067701D0F12D}"/>
                  </a:ext>
                </a:extLst>
              </p:cNvPr>
              <p:cNvSpPr/>
              <p:nvPr/>
            </p:nvSpPr>
            <p:spPr>
              <a:xfrm>
                <a:off x="4245058" y="2809974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5AEEE4A-01B8-BE61-CDDF-A1DEACEB5E82}"/>
                  </a:ext>
                </a:extLst>
              </p:cNvPr>
              <p:cNvSpPr/>
              <p:nvPr/>
            </p:nvSpPr>
            <p:spPr>
              <a:xfrm>
                <a:off x="6753426" y="2644987"/>
                <a:ext cx="291295" cy="169803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5E5327C-9FA5-E443-A9C6-0F98C1FEE1C4}"/>
                  </a:ext>
                </a:extLst>
              </p:cNvPr>
              <p:cNvSpPr/>
              <p:nvPr/>
            </p:nvSpPr>
            <p:spPr>
              <a:xfrm>
                <a:off x="4226704" y="4937443"/>
                <a:ext cx="862037" cy="178364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3" name="Parallelogram 72">
                <a:extLst>
                  <a:ext uri="{FF2B5EF4-FFF2-40B4-BE49-F238E27FC236}">
                    <a16:creationId xmlns:a16="http://schemas.microsoft.com/office/drawing/2014/main" id="{B3D9D8FD-DBEB-C89C-735B-569CAE9BF25A}"/>
                  </a:ext>
                </a:extLst>
              </p:cNvPr>
              <p:cNvSpPr/>
              <p:nvPr/>
            </p:nvSpPr>
            <p:spPr>
              <a:xfrm>
                <a:off x="4902302" y="2636865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4" name="Parallelogram 73">
                <a:extLst>
                  <a:ext uri="{FF2B5EF4-FFF2-40B4-BE49-F238E27FC236}">
                    <a16:creationId xmlns:a16="http://schemas.microsoft.com/office/drawing/2014/main" id="{2B910D6E-8184-9A75-9F39-7A9083ED39B5}"/>
                  </a:ext>
                </a:extLst>
              </p:cNvPr>
              <p:cNvSpPr/>
              <p:nvPr/>
            </p:nvSpPr>
            <p:spPr>
              <a:xfrm>
                <a:off x="4901643" y="280945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5" name="Parallelogram 74">
                <a:extLst>
                  <a:ext uri="{FF2B5EF4-FFF2-40B4-BE49-F238E27FC236}">
                    <a16:creationId xmlns:a16="http://schemas.microsoft.com/office/drawing/2014/main" id="{C20DBB17-CB1F-E236-E25D-B143B0CA9FBF}"/>
                  </a:ext>
                </a:extLst>
              </p:cNvPr>
              <p:cNvSpPr/>
              <p:nvPr/>
            </p:nvSpPr>
            <p:spPr>
              <a:xfrm>
                <a:off x="3217421" y="4831667"/>
                <a:ext cx="574625" cy="123971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4175866-A217-01AB-FE30-0920325E7366}"/>
                  </a:ext>
                </a:extLst>
              </p:cNvPr>
              <p:cNvSpPr/>
              <p:nvPr/>
            </p:nvSpPr>
            <p:spPr>
              <a:xfrm>
                <a:off x="7373266" y="2637544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7" name="Parallelogram 76">
                <a:extLst>
                  <a:ext uri="{FF2B5EF4-FFF2-40B4-BE49-F238E27FC236}">
                    <a16:creationId xmlns:a16="http://schemas.microsoft.com/office/drawing/2014/main" id="{96E92FBD-8C95-9AFC-5564-492079742C81}"/>
                  </a:ext>
                </a:extLst>
              </p:cNvPr>
              <p:cNvSpPr/>
              <p:nvPr/>
            </p:nvSpPr>
            <p:spPr>
              <a:xfrm>
                <a:off x="5503674" y="264965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8" name="Parallelogram 77">
                <a:extLst>
                  <a:ext uri="{FF2B5EF4-FFF2-40B4-BE49-F238E27FC236}">
                    <a16:creationId xmlns:a16="http://schemas.microsoft.com/office/drawing/2014/main" id="{FD7836CB-0CC9-13E5-716E-7B57D4E70FA3}"/>
                  </a:ext>
                </a:extLst>
              </p:cNvPr>
              <p:cNvSpPr/>
              <p:nvPr/>
            </p:nvSpPr>
            <p:spPr>
              <a:xfrm>
                <a:off x="5519947" y="281060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AC9E2E8-496E-06D0-7BBA-7FC024C2104C}"/>
                  </a:ext>
                </a:extLst>
              </p:cNvPr>
              <p:cNvSpPr/>
              <p:nvPr/>
            </p:nvSpPr>
            <p:spPr>
              <a:xfrm>
                <a:off x="8000843" y="2637153"/>
                <a:ext cx="316649" cy="177637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0" name="Parallelogram 79">
                <a:extLst>
                  <a:ext uri="{FF2B5EF4-FFF2-40B4-BE49-F238E27FC236}">
                    <a16:creationId xmlns:a16="http://schemas.microsoft.com/office/drawing/2014/main" id="{D1B58417-88C5-A648-7DD6-C49ADADA91EE}"/>
                  </a:ext>
                </a:extLst>
              </p:cNvPr>
              <p:cNvSpPr/>
              <p:nvPr/>
            </p:nvSpPr>
            <p:spPr>
              <a:xfrm>
                <a:off x="5857045" y="4831899"/>
                <a:ext cx="574625" cy="123971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C971908-CE8A-C0FB-B62C-BB08737F7DF6}"/>
                  </a:ext>
                </a:extLst>
              </p:cNvPr>
              <p:cNvSpPr/>
              <p:nvPr/>
            </p:nvSpPr>
            <p:spPr>
              <a:xfrm>
                <a:off x="5507372" y="4940684"/>
                <a:ext cx="862037" cy="178364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2" name="Parallelogram 81">
                <a:extLst>
                  <a:ext uri="{FF2B5EF4-FFF2-40B4-BE49-F238E27FC236}">
                    <a16:creationId xmlns:a16="http://schemas.microsoft.com/office/drawing/2014/main" id="{49CF0303-0790-C397-977E-8D6DA79FA667}"/>
                  </a:ext>
                </a:extLst>
              </p:cNvPr>
              <p:cNvSpPr/>
              <p:nvPr/>
            </p:nvSpPr>
            <p:spPr>
              <a:xfrm>
                <a:off x="6189321" y="2642223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3" name="Parallelogram 82">
                <a:extLst>
                  <a:ext uri="{FF2B5EF4-FFF2-40B4-BE49-F238E27FC236}">
                    <a16:creationId xmlns:a16="http://schemas.microsoft.com/office/drawing/2014/main" id="{5BBAB5E2-ED1A-0886-BBFC-DD7A75975274}"/>
                  </a:ext>
                </a:extLst>
              </p:cNvPr>
              <p:cNvSpPr/>
              <p:nvPr/>
            </p:nvSpPr>
            <p:spPr>
              <a:xfrm>
                <a:off x="6188662" y="2814814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57EF537-174B-AB05-6D61-D346EEE08965}"/>
                  </a:ext>
                </a:extLst>
              </p:cNvPr>
              <p:cNvSpPr/>
              <p:nvPr/>
            </p:nvSpPr>
            <p:spPr>
              <a:xfrm>
                <a:off x="8678047" y="2646010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D4420707-5C7B-B5F3-FD7D-AD3313BA0E30}"/>
                  </a:ext>
                </a:extLst>
              </p:cNvPr>
              <p:cNvSpPr/>
              <p:nvPr/>
            </p:nvSpPr>
            <p:spPr>
              <a:xfrm>
                <a:off x="6808455" y="2658122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Parallelogram 90">
                <a:extLst>
                  <a:ext uri="{FF2B5EF4-FFF2-40B4-BE49-F238E27FC236}">
                    <a16:creationId xmlns:a16="http://schemas.microsoft.com/office/drawing/2014/main" id="{FF1D3F57-6D5A-7982-33FC-B0327767DEED}"/>
                  </a:ext>
                </a:extLst>
              </p:cNvPr>
              <p:cNvSpPr/>
              <p:nvPr/>
            </p:nvSpPr>
            <p:spPr>
              <a:xfrm>
                <a:off x="6824728" y="2819072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959339E9-3324-BA23-5FC3-D7EB4052E9C9}"/>
                  </a:ext>
                </a:extLst>
              </p:cNvPr>
              <p:cNvSpPr/>
              <p:nvPr/>
            </p:nvSpPr>
            <p:spPr>
              <a:xfrm>
                <a:off x="9317218" y="2645619"/>
                <a:ext cx="308710" cy="177637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16695FE1-526D-C8AB-C5B2-A3D1E8DB8D58}"/>
                  </a:ext>
                </a:extLst>
              </p:cNvPr>
              <p:cNvGrpSpPr/>
              <p:nvPr/>
            </p:nvGrpSpPr>
            <p:grpSpPr>
              <a:xfrm>
                <a:off x="6817270" y="4800621"/>
                <a:ext cx="1584176" cy="328897"/>
                <a:chOff x="2207568" y="6256784"/>
                <a:chExt cx="1584176" cy="328897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0810848-2B1B-2EB6-CCC2-4C76C4164897}"/>
                    </a:ext>
                  </a:extLst>
                </p:cNvPr>
                <p:cNvSpPr/>
                <p:nvPr/>
              </p:nvSpPr>
              <p:spPr>
                <a:xfrm>
                  <a:off x="2207568" y="6400800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5" name="Parallelogram 94">
                  <a:extLst>
                    <a:ext uri="{FF2B5EF4-FFF2-40B4-BE49-F238E27FC236}">
                      <a16:creationId xmlns:a16="http://schemas.microsoft.com/office/drawing/2014/main" id="{AC2794EE-48F0-1659-97A6-5DBD9706A27D}"/>
                    </a:ext>
                  </a:extLst>
                </p:cNvPr>
                <p:cNvSpPr/>
                <p:nvPr/>
              </p:nvSpPr>
              <p:spPr>
                <a:xfrm>
                  <a:off x="2209007" y="6256784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6" name="Parallelogram 95">
                  <a:extLst>
                    <a:ext uri="{FF2B5EF4-FFF2-40B4-BE49-F238E27FC236}">
                      <a16:creationId xmlns:a16="http://schemas.microsoft.com/office/drawing/2014/main" id="{E1967CCF-B92B-A08A-8EAA-27B070221EDC}"/>
                    </a:ext>
                  </a:extLst>
                </p:cNvPr>
                <p:cNvSpPr/>
                <p:nvPr/>
              </p:nvSpPr>
              <p:spPr>
                <a:xfrm>
                  <a:off x="2209007" y="6441665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901CEEA0-FD92-C364-6B7F-4FC0EA2CB57D}"/>
                    </a:ext>
                  </a:extLst>
                </p:cNvPr>
                <p:cNvSpPr/>
                <p:nvPr/>
              </p:nvSpPr>
              <p:spPr>
                <a:xfrm>
                  <a:off x="2376944" y="6256784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D8FFB5-A494-5530-9E73-0ACED0EC5088}"/>
                </a:ext>
              </a:extLst>
            </p:cNvPr>
            <p:cNvSpPr/>
            <p:nvPr/>
          </p:nvSpPr>
          <p:spPr>
            <a:xfrm>
              <a:off x="1847528" y="2420888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B5B3A15-8C70-4A74-2731-F1097A2B0541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49A1A4E-676D-3813-0FCB-54D0F2A22A65}"/>
                </a:ext>
              </a:extLst>
            </p:cNvPr>
            <p:cNvGrpSpPr/>
            <p:nvPr/>
          </p:nvGrpSpPr>
          <p:grpSpPr>
            <a:xfrm>
              <a:off x="8114366" y="4725144"/>
              <a:ext cx="181298" cy="331640"/>
              <a:chOff x="8114366" y="5229200"/>
              <a:chExt cx="181298" cy="33164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C5EB533-8B2B-DC62-3B05-4976A73862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910" y="522920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874B924-63E5-9733-8106-65E148610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0181" y="536644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1388FB4-604B-E329-B4BD-14C1D5E158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366" y="5229200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D8C474D-7663-6577-A0BB-D197BA3339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5690" y="5423144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212C533-8295-2669-D4B2-51957DE55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7B3DE3-6588-9386-592D-B45ECA433DF6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37129BD-3B03-E74C-9207-794A0C1E6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D54D9D-C632-97C7-5154-EA5D0B362993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65207F0-A45C-E798-A37E-A897780677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1103" y="2568713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6297DA-00B6-4378-97E5-069CC11CC5BF}"/>
                </a:ext>
              </a:extLst>
            </p:cNvPr>
            <p:cNvSpPr txBox="1"/>
            <p:nvPr/>
          </p:nvSpPr>
          <p:spPr>
            <a:xfrm rot="19023903">
              <a:off x="4123208" y="3525498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effFlowLength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500FD54-175A-3386-DDCA-357178845909}"/>
                </a:ext>
              </a:extLst>
            </p:cNvPr>
            <p:cNvSpPr txBox="1"/>
            <p:nvPr/>
          </p:nvSpPr>
          <p:spPr>
            <a:xfrm>
              <a:off x="8048807" y="433262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2076FE-1203-4DBF-7E4E-A62F8018520A}"/>
                </a:ext>
              </a:extLst>
            </p:cNvPr>
            <p:cNvSpPr txBox="1"/>
            <p:nvPr/>
          </p:nvSpPr>
          <p:spPr>
            <a:xfrm>
              <a:off x="8448639" y="469507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3E5C3B2-8B92-3189-C852-E3FCFAEB0248}"/>
                </a:ext>
              </a:extLst>
            </p:cNvPr>
            <p:cNvCxnSpPr>
              <a:stCxn id="32" idx="1"/>
              <a:endCxn id="97" idx="3"/>
            </p:cNvCxnSpPr>
            <p:nvPr/>
          </p:nvCxnSpPr>
          <p:spPr>
            <a:xfrm flipH="1">
              <a:off x="8294910" y="4822037"/>
              <a:ext cx="153729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D3554FB-D83C-7FDD-83A1-3BCA458A8D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01" y="4590795"/>
              <a:ext cx="120907" cy="213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D292F86-1488-69F4-0BC2-A04FD4FF46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6270" y="3284984"/>
              <a:ext cx="683100" cy="97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B6C6950-51F6-DE1D-EBB8-000024247CD4}"/>
                </a:ext>
              </a:extLst>
            </p:cNvPr>
            <p:cNvSpPr txBox="1"/>
            <p:nvPr/>
          </p:nvSpPr>
          <p:spPr>
            <a:xfrm>
              <a:off x="6895704" y="3065594"/>
              <a:ext cx="12298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3A14DD-B68D-8E92-9BFB-1A618CD5A91A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A77C7A8-1616-1C8F-593B-FB68DBF03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60C4064-3049-626A-593D-B2887BE605CC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29C1E5E-1265-447B-01B7-6ACAA42B5CDE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U-shaped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439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E84E4C7-51F7-A431-BC89-2DF217B86BC9}"/>
              </a:ext>
            </a:extLst>
          </p:cNvPr>
          <p:cNvGrpSpPr/>
          <p:nvPr/>
        </p:nvGrpSpPr>
        <p:grpSpPr>
          <a:xfrm>
            <a:off x="695404" y="1636218"/>
            <a:ext cx="9433043" cy="4404815"/>
            <a:chOff x="695404" y="1636218"/>
            <a:chExt cx="9433043" cy="440481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25FC5CA-86EE-D8CA-054C-44D172521EBC}"/>
                </a:ext>
              </a:extLst>
            </p:cNvPr>
            <p:cNvSpPr/>
            <p:nvPr/>
          </p:nvSpPr>
          <p:spPr>
            <a:xfrm>
              <a:off x="767408" y="1636218"/>
              <a:ext cx="9361039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AAA24DB5-E649-1631-6969-88F740D9C774}"/>
                </a:ext>
              </a:extLst>
            </p:cNvPr>
            <p:cNvSpPr/>
            <p:nvPr/>
          </p:nvSpPr>
          <p:spPr>
            <a:xfrm>
              <a:off x="1847528" y="3284984"/>
              <a:ext cx="7920879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EDB5C2-CB8C-B421-83EC-28EB03163D2E}"/>
                </a:ext>
              </a:extLst>
            </p:cNvPr>
            <p:cNvSpPr/>
            <p:nvPr/>
          </p:nvSpPr>
          <p:spPr>
            <a:xfrm>
              <a:off x="4295564" y="2857508"/>
              <a:ext cx="5472843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59356DF-4F0B-3E13-AC40-A8EB603439E8}"/>
                </a:ext>
              </a:extLst>
            </p:cNvPr>
            <p:cNvSpPr/>
            <p:nvPr/>
          </p:nvSpPr>
          <p:spPr>
            <a:xfrm>
              <a:off x="1847528" y="2852936"/>
              <a:ext cx="7920879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74CE6E-2D3D-A731-7B15-EB57643D1782}"/>
                </a:ext>
              </a:extLst>
            </p:cNvPr>
            <p:cNvSpPr/>
            <p:nvPr/>
          </p:nvSpPr>
          <p:spPr>
            <a:xfrm>
              <a:off x="4295564" y="2425460"/>
              <a:ext cx="5472843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2D0154E-A24F-95A5-670E-53D3A21B0444}"/>
                </a:ext>
              </a:extLst>
            </p:cNvPr>
            <p:cNvGrpSpPr/>
            <p:nvPr/>
          </p:nvGrpSpPr>
          <p:grpSpPr>
            <a:xfrm>
              <a:off x="1111184" y="4733401"/>
              <a:ext cx="1584176" cy="328897"/>
              <a:chOff x="2207568" y="6256784"/>
              <a:chExt cx="1584176" cy="328897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7D79A19-443D-FA66-092C-42C8A3778BA5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267036B5-B741-88BD-244D-517B183D40D4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E43F88C1-39E3-AFF7-8DC2-6AD9A326DAC9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098282-4395-101F-D824-ACE60F366222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53574E6-534C-B4EB-2652-7909957E4FF8}"/>
                </a:ext>
              </a:extLst>
            </p:cNvPr>
            <p:cNvSpPr/>
            <p:nvPr/>
          </p:nvSpPr>
          <p:spPr>
            <a:xfrm>
              <a:off x="2173040" y="2560533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F6D221E-9851-D1EE-D431-0CD5210764A6}"/>
                </a:ext>
              </a:extLst>
            </p:cNvPr>
            <p:cNvSpPr/>
            <p:nvPr/>
          </p:nvSpPr>
          <p:spPr>
            <a:xfrm>
              <a:off x="2197779" y="2729949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A33F838D-7616-8DEB-4157-B08073A4E8AE}"/>
                </a:ext>
              </a:extLst>
            </p:cNvPr>
            <p:cNvSpPr/>
            <p:nvPr/>
          </p:nvSpPr>
          <p:spPr>
            <a:xfrm>
              <a:off x="6701918" y="258709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CE73D66A-3174-ABC4-32A4-826B97468123}"/>
                </a:ext>
              </a:extLst>
            </p:cNvPr>
            <p:cNvSpPr/>
            <p:nvPr/>
          </p:nvSpPr>
          <p:spPr>
            <a:xfrm>
              <a:off x="6718191" y="274804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607B514-B5F6-11F1-1859-0C7884B5368C}"/>
                </a:ext>
              </a:extLst>
            </p:cNvPr>
            <p:cNvGrpSpPr/>
            <p:nvPr/>
          </p:nvGrpSpPr>
          <p:grpSpPr>
            <a:xfrm>
              <a:off x="6710733" y="4729597"/>
              <a:ext cx="1584176" cy="328897"/>
              <a:chOff x="2207568" y="6256784"/>
              <a:chExt cx="1584176" cy="328897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0418794-A0FC-99A0-EE89-607262018902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04DD8FFA-DDAC-F564-4E19-7B3DB2AA53F8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A6B81EE1-ACB8-8248-34B1-8377559AF45F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CDE3DDF-A97B-D69B-B1A8-570397C8F836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64BD893-E3D7-0FC0-D31A-96BF2182D017}"/>
                </a:ext>
              </a:extLst>
            </p:cNvPr>
            <p:cNvGrpSpPr/>
            <p:nvPr/>
          </p:nvGrpSpPr>
          <p:grpSpPr>
            <a:xfrm>
              <a:off x="8114365" y="4725144"/>
              <a:ext cx="181298" cy="331640"/>
              <a:chOff x="8114366" y="5229200"/>
              <a:chExt cx="181298" cy="33164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60F90BC-D285-D34F-14D3-F93005E6D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910" y="522920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3A53812-A7B7-A3D1-E2F0-6502E69AE0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0181" y="536644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BA14F51-A08D-45D2-9DA6-D4C47B13AD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366" y="5229200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46CBC31-2A73-F76B-D53A-F8852FD300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5690" y="5423144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3130B4B-BF65-2AF8-6CED-B83310AB1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8656A58-40B9-27CE-A859-DE617D008F90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FBCBEC1-D458-99B7-9188-55C9C6BA4F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4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DD9AC83-6C98-965E-8DFB-626127D5A227}"/>
                </a:ext>
              </a:extLst>
            </p:cNvPr>
            <p:cNvSpPr txBox="1"/>
            <p:nvPr/>
          </p:nvSpPr>
          <p:spPr>
            <a:xfrm>
              <a:off x="6470244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F3C91FA-D67F-EEDC-9362-56412FE5531A}"/>
                </a:ext>
              </a:extLst>
            </p:cNvPr>
            <p:cNvSpPr txBox="1"/>
            <p:nvPr/>
          </p:nvSpPr>
          <p:spPr>
            <a:xfrm>
              <a:off x="8048806" y="433262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34BBB7D-1E02-1A98-7996-A65A2E42FFEF}"/>
                </a:ext>
              </a:extLst>
            </p:cNvPr>
            <p:cNvSpPr txBox="1"/>
            <p:nvPr/>
          </p:nvSpPr>
          <p:spPr>
            <a:xfrm>
              <a:off x="8448638" y="469507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B596966-3B84-1101-5ECA-5E76717B53E5}"/>
                </a:ext>
              </a:extLst>
            </p:cNvPr>
            <p:cNvCxnSpPr>
              <a:cxnSpLocks/>
              <a:stCxn id="63" idx="1"/>
              <a:endCxn id="44" idx="3"/>
            </p:cNvCxnSpPr>
            <p:nvPr/>
          </p:nvCxnSpPr>
          <p:spPr>
            <a:xfrm flipH="1">
              <a:off x="8294909" y="4822037"/>
              <a:ext cx="153729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6FAA32A-FAE1-3E83-051B-0313E7209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00" y="4590795"/>
              <a:ext cx="120907" cy="213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33BE56B-5873-6528-608C-85DBAED7F0D1}"/>
                </a:ext>
              </a:extLst>
            </p:cNvPr>
            <p:cNvSpPr/>
            <p:nvPr/>
          </p:nvSpPr>
          <p:spPr>
            <a:xfrm>
              <a:off x="1842570" y="5147784"/>
              <a:ext cx="5472607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2CC322A-ED39-79A3-BC15-549B44E449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5FF3C64-11F0-8EFB-5EAF-D41BFED80B5A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188C4BF-77DC-DE7B-A210-696819F76C39}"/>
                </a:ext>
              </a:extLst>
            </p:cNvPr>
            <p:cNvGrpSpPr/>
            <p:nvPr/>
          </p:nvGrpSpPr>
          <p:grpSpPr>
            <a:xfrm>
              <a:off x="4511824" y="2564325"/>
              <a:ext cx="4994072" cy="322549"/>
              <a:chOff x="4511824" y="2564325"/>
              <a:chExt cx="4994073" cy="32254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35DB566-B32A-9566-DCED-741EA2937031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1A9E7B0-E60D-6121-F2E0-3B8DB1461B97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92058BB-EC40-AF77-B7A5-B2972F25269A}"/>
                </a:ext>
              </a:extLst>
            </p:cNvPr>
            <p:cNvGrpSpPr/>
            <p:nvPr/>
          </p:nvGrpSpPr>
          <p:grpSpPr>
            <a:xfrm>
              <a:off x="3744248" y="3289115"/>
              <a:ext cx="4994072" cy="322549"/>
              <a:chOff x="4511824" y="2564325"/>
              <a:chExt cx="4994073" cy="322549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7A13334D-5501-6317-9054-A160356A8D3C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D5A767F-F3C6-0185-10E3-10F84A0A34AD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194A594-52FF-345B-8D5A-ECE63CC3F29F}"/>
                </a:ext>
              </a:extLst>
            </p:cNvPr>
            <p:cNvGrpSpPr/>
            <p:nvPr/>
          </p:nvGrpSpPr>
          <p:grpSpPr>
            <a:xfrm>
              <a:off x="3347822" y="3651510"/>
              <a:ext cx="4994072" cy="322549"/>
              <a:chOff x="4511824" y="2564325"/>
              <a:chExt cx="4994073" cy="322549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58E2EC0-3B49-D15A-2B42-5E3969814088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DE7D762-5EC8-473A-972E-0852B205927F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1E55FF5-B013-2E3D-653D-AD3D3A502611}"/>
                </a:ext>
              </a:extLst>
            </p:cNvPr>
            <p:cNvGrpSpPr/>
            <p:nvPr/>
          </p:nvGrpSpPr>
          <p:grpSpPr>
            <a:xfrm>
              <a:off x="2956118" y="4013905"/>
              <a:ext cx="4994072" cy="322549"/>
              <a:chOff x="4511824" y="2564325"/>
              <a:chExt cx="4994073" cy="322549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FF6556D-255B-8E43-F150-2E656A4DA1B4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E42D48F-F442-06BE-9AB5-8F6CB3095086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0F15039-9524-BBCE-912A-9E26621DE489}"/>
                </a:ext>
              </a:extLst>
            </p:cNvPr>
            <p:cNvGrpSpPr/>
            <p:nvPr/>
          </p:nvGrpSpPr>
          <p:grpSpPr>
            <a:xfrm>
              <a:off x="2563650" y="4376300"/>
              <a:ext cx="4994072" cy="322549"/>
              <a:chOff x="4511824" y="2564325"/>
              <a:chExt cx="4994073" cy="322549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5A6BA05-A2D3-0547-FD39-B5BFAB1090E0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045A935-4FB5-5671-6A13-B9E1AB7CB34A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F738B74C-665C-3BD1-EF42-FBCFEC6F4495}"/>
                </a:ext>
              </a:extLst>
            </p:cNvPr>
            <p:cNvGrpSpPr/>
            <p:nvPr/>
          </p:nvGrpSpPr>
          <p:grpSpPr>
            <a:xfrm>
              <a:off x="4106718" y="2926720"/>
              <a:ext cx="4994072" cy="322549"/>
              <a:chOff x="4511824" y="2564325"/>
              <a:chExt cx="4994073" cy="322549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88F1887-4E82-A831-A5C8-A3FF4C376FD0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6C2652C-3DF9-52E4-42E2-81B2C86DE4C8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0EDA9D3A-01C2-B7B0-EA0E-BB7CB2D495D3}"/>
                </a:ext>
              </a:extLst>
            </p:cNvPr>
            <p:cNvSpPr/>
            <p:nvPr/>
          </p:nvSpPr>
          <p:spPr>
            <a:xfrm>
              <a:off x="1847528" y="2420888"/>
              <a:ext cx="7920879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D9E5EB0-BD8D-5FFB-072F-14FB40D191D5}"/>
                </a:ext>
              </a:extLst>
            </p:cNvPr>
            <p:cNvSpPr/>
            <p:nvPr/>
          </p:nvSpPr>
          <p:spPr>
            <a:xfrm>
              <a:off x="1847528" y="4725144"/>
              <a:ext cx="5472607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4EF8904-EF7C-F261-7231-837A55A2276F}"/>
                </a:ext>
              </a:extLst>
            </p:cNvPr>
            <p:cNvSpPr txBox="1"/>
            <p:nvPr/>
          </p:nvSpPr>
          <p:spPr>
            <a:xfrm rot="19053935">
              <a:off x="5014408" y="3216730"/>
              <a:ext cx="12298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5D2D33B-C987-F8F3-DFB0-FB79D5E2C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3058" y="3262340"/>
              <a:ext cx="396846" cy="3794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EB08533-29FE-DB04-4A70-177A32E23803}"/>
                </a:ext>
              </a:extLst>
            </p:cNvPr>
            <p:cNvSpPr txBox="1"/>
            <p:nvPr/>
          </p:nvSpPr>
          <p:spPr>
            <a:xfrm>
              <a:off x="1842570" y="5733256"/>
              <a:ext cx="5189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Parallel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371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FCCE-EA4F-16B8-2CF8-A107F2D3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0D7A56A-BC53-02EC-BDBD-01A9DD632D40}"/>
              </a:ext>
            </a:extLst>
          </p:cNvPr>
          <p:cNvGrpSpPr>
            <a:grpSpLocks noChangeAspect="1"/>
          </p:cNvGrpSpPr>
          <p:nvPr/>
        </p:nvGrpSpPr>
        <p:grpSpPr>
          <a:xfrm>
            <a:off x="695404" y="1636218"/>
            <a:ext cx="9433043" cy="4404815"/>
            <a:chOff x="695404" y="1636218"/>
            <a:chExt cx="9433044" cy="440481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077A7F2-59B2-7C00-3F3C-9DE0EE6AB430}"/>
                </a:ext>
              </a:extLst>
            </p:cNvPr>
            <p:cNvSpPr/>
            <p:nvPr/>
          </p:nvSpPr>
          <p:spPr>
            <a:xfrm>
              <a:off x="767408" y="1636218"/>
              <a:ext cx="9361040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7BC77DFF-A8BC-19A4-EEA9-12EE044F0DC8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99335B-569C-F28C-D10D-9334A7075A3E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7DD27FDF-05D3-9395-8BF3-4ACA418DBB6A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69E88D-5EE1-748B-1AC1-69FE3F93E054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B6FFB2C-E1FA-4896-F1EE-52FCB4189168}"/>
                </a:ext>
              </a:extLst>
            </p:cNvPr>
            <p:cNvGrpSpPr/>
            <p:nvPr/>
          </p:nvGrpSpPr>
          <p:grpSpPr>
            <a:xfrm>
              <a:off x="1111184" y="4733401"/>
              <a:ext cx="1584176" cy="328897"/>
              <a:chOff x="2207568" y="6256784"/>
              <a:chExt cx="1584176" cy="328897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EF230B1-7158-B61D-8766-213C15CD2919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7079AFBF-2980-65D2-A1D2-81AA2BC580DB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4FBF1143-83FF-3C1E-6683-2ACE8892FEC8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C5BB9D9-C659-3E83-DE88-20595C6C5C60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39A917E-2C34-0FA8-AE94-1F0F76361DB6}"/>
                </a:ext>
              </a:extLst>
            </p:cNvPr>
            <p:cNvSpPr/>
            <p:nvPr/>
          </p:nvSpPr>
          <p:spPr>
            <a:xfrm>
              <a:off x="2173040" y="2560533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8E9C199-7EB4-A62D-C518-65509901C768}"/>
                </a:ext>
              </a:extLst>
            </p:cNvPr>
            <p:cNvSpPr/>
            <p:nvPr/>
          </p:nvSpPr>
          <p:spPr>
            <a:xfrm>
              <a:off x="2197779" y="2729949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F5182123-BC2F-7681-2B31-08C7961DD0D2}"/>
                </a:ext>
              </a:extLst>
            </p:cNvPr>
            <p:cNvSpPr/>
            <p:nvPr/>
          </p:nvSpPr>
          <p:spPr>
            <a:xfrm>
              <a:off x="6701919" y="258709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9AB66D6-6FC1-F097-0BFC-EEE5DCE36A1E}"/>
                </a:ext>
              </a:extLst>
            </p:cNvPr>
            <p:cNvSpPr/>
            <p:nvPr/>
          </p:nvSpPr>
          <p:spPr>
            <a:xfrm>
              <a:off x="6718192" y="274804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270330B-9EAD-035E-9037-C97CD3E79799}"/>
                </a:ext>
              </a:extLst>
            </p:cNvPr>
            <p:cNvGrpSpPr/>
            <p:nvPr/>
          </p:nvGrpSpPr>
          <p:grpSpPr>
            <a:xfrm>
              <a:off x="6710734" y="4729597"/>
              <a:ext cx="1584176" cy="328897"/>
              <a:chOff x="2207568" y="6256784"/>
              <a:chExt cx="1584176" cy="328897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ECE11D7-7F69-65EA-D752-A86B11E36658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44B1C81C-5CB6-C9E3-6D0E-7E84D79E75CA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2F109B97-8CD2-E3FE-6E36-BBE4CA4B4C4F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91F28CB-8251-D5E2-F2D0-E350AB925F5E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DF7BC67-C11A-5312-B21C-79D40F908758}"/>
                </a:ext>
              </a:extLst>
            </p:cNvPr>
            <p:cNvGrpSpPr/>
            <p:nvPr/>
          </p:nvGrpSpPr>
          <p:grpSpPr>
            <a:xfrm>
              <a:off x="8114366" y="4725144"/>
              <a:ext cx="181298" cy="331640"/>
              <a:chOff x="8114366" y="5229200"/>
              <a:chExt cx="181298" cy="33164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220A691-1B9E-91A5-03FA-D1C37AC5F3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910" y="522920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B008BFE-178B-3FF9-C61B-C5024F9A9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0181" y="536644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AD9FC07-114E-402E-E207-42EC28EAE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366" y="5229200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9CE334C-CC0A-05F9-DDB0-98451EB781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5690" y="5423144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05CCA0F-6228-9069-9F61-2BCE969477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A9AD94D-05C3-B199-8582-87F8A35C605A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9250347-EEDD-1409-8859-95A3CB67D0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B6C57-D45A-C4C2-DC52-B84D233FFACB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5202E1F-2984-4C83-C3AB-543033DE1744}"/>
                </a:ext>
              </a:extLst>
            </p:cNvPr>
            <p:cNvSpPr txBox="1"/>
            <p:nvPr/>
          </p:nvSpPr>
          <p:spPr>
            <a:xfrm>
              <a:off x="8048807" y="433262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5EA4E9-17E5-670B-5235-1A60AFB5C221}"/>
                </a:ext>
              </a:extLst>
            </p:cNvPr>
            <p:cNvSpPr txBox="1"/>
            <p:nvPr/>
          </p:nvSpPr>
          <p:spPr>
            <a:xfrm>
              <a:off x="8448639" y="469507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0C274CD-A65A-6660-CE6C-1C752F310C50}"/>
                </a:ext>
              </a:extLst>
            </p:cNvPr>
            <p:cNvCxnSpPr>
              <a:cxnSpLocks/>
              <a:stCxn id="63" idx="1"/>
              <a:endCxn id="44" idx="3"/>
            </p:cNvCxnSpPr>
            <p:nvPr/>
          </p:nvCxnSpPr>
          <p:spPr>
            <a:xfrm flipH="1">
              <a:off x="8294910" y="4822037"/>
              <a:ext cx="153729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75A7925-C8EC-C994-38F5-C328F7482B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01" y="4590795"/>
              <a:ext cx="120907" cy="213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EAF6548-64D1-12B2-7D13-6CE904985056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E948289-7083-FE5D-B8EB-803513DCE3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B8C01A1-8AB9-2998-F9F6-574DCDE7898F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5B17A89-51D5-F687-793C-0A0CE7EA057F}"/>
                </a:ext>
              </a:extLst>
            </p:cNvPr>
            <p:cNvGrpSpPr/>
            <p:nvPr/>
          </p:nvGrpSpPr>
          <p:grpSpPr>
            <a:xfrm>
              <a:off x="4511824" y="2564325"/>
              <a:ext cx="4994073" cy="322549"/>
              <a:chOff x="4511824" y="2564325"/>
              <a:chExt cx="4994073" cy="32254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4B6055B-403A-A176-EBB3-F3191D6F3F95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B8C0B86-F361-DAB4-8988-36AB5FADF1F5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5786AA7-D0D4-F1BE-0602-6BD9B10DDABF}"/>
                </a:ext>
              </a:extLst>
            </p:cNvPr>
            <p:cNvGrpSpPr/>
            <p:nvPr/>
          </p:nvGrpSpPr>
          <p:grpSpPr>
            <a:xfrm>
              <a:off x="3744248" y="3289115"/>
              <a:ext cx="4994073" cy="322549"/>
              <a:chOff x="4511824" y="2564325"/>
              <a:chExt cx="4994073" cy="322549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122BF38-F8B1-2DA5-8D53-B2C6B2993DAF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7D1C1C7-D330-C898-4287-7BEDB0240B04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0A5B530-4201-9B97-B5BF-DC192108B159}"/>
                </a:ext>
              </a:extLst>
            </p:cNvPr>
            <p:cNvGrpSpPr/>
            <p:nvPr/>
          </p:nvGrpSpPr>
          <p:grpSpPr>
            <a:xfrm>
              <a:off x="3347822" y="3651510"/>
              <a:ext cx="4994073" cy="322549"/>
              <a:chOff x="4511824" y="2564325"/>
              <a:chExt cx="4994073" cy="322549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5900998-EC0F-A6DC-2512-2579F77C25DF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A2D83DD-C2E2-6F76-6F41-6015EE0B8959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612FBD0-6878-FBDB-FD98-A69EEF93943C}"/>
                </a:ext>
              </a:extLst>
            </p:cNvPr>
            <p:cNvGrpSpPr/>
            <p:nvPr/>
          </p:nvGrpSpPr>
          <p:grpSpPr>
            <a:xfrm>
              <a:off x="2956118" y="4013905"/>
              <a:ext cx="4994073" cy="322549"/>
              <a:chOff x="4511824" y="2564325"/>
              <a:chExt cx="4994073" cy="322549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70C3CD0-E04B-5A83-1071-80914E6A6F4A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0938540-A70F-6519-6C25-88B57BA4F2D6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29C7B59-52E0-2C41-4C02-E1752F4579BD}"/>
                </a:ext>
              </a:extLst>
            </p:cNvPr>
            <p:cNvGrpSpPr/>
            <p:nvPr/>
          </p:nvGrpSpPr>
          <p:grpSpPr>
            <a:xfrm>
              <a:off x="2563650" y="4376300"/>
              <a:ext cx="4994073" cy="322549"/>
              <a:chOff x="4511824" y="2564325"/>
              <a:chExt cx="4994073" cy="322549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B74A2DD-2E86-E539-6BE2-8BEFA594C0B1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5BBE4FA-9CD5-0B3D-C862-D7D22518FF4C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A237922-7DFA-222C-62F9-821692B8267B}"/>
                </a:ext>
              </a:extLst>
            </p:cNvPr>
            <p:cNvGrpSpPr/>
            <p:nvPr/>
          </p:nvGrpSpPr>
          <p:grpSpPr>
            <a:xfrm>
              <a:off x="4106718" y="2926720"/>
              <a:ext cx="4994073" cy="322549"/>
              <a:chOff x="4511824" y="2564325"/>
              <a:chExt cx="4994073" cy="322549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BEF2672C-24D7-EF26-614E-7E785901A2CE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38F4D57-CC54-7BD8-86AA-436BA5AC4E96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142D985F-F017-BB60-0A99-67DD97FCDBC7}"/>
                </a:ext>
              </a:extLst>
            </p:cNvPr>
            <p:cNvSpPr/>
            <p:nvPr/>
          </p:nvSpPr>
          <p:spPr>
            <a:xfrm>
              <a:off x="1847528" y="2420888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340DBD-4103-AC7B-F113-496D242FE79A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91251B4-5B59-76DF-01C6-E3A3DC1EA6B5}"/>
                </a:ext>
              </a:extLst>
            </p:cNvPr>
            <p:cNvSpPr txBox="1"/>
            <p:nvPr/>
          </p:nvSpPr>
          <p:spPr>
            <a:xfrm rot="19053935">
              <a:off x="5014408" y="3216730"/>
              <a:ext cx="12298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6F04025-544F-38C4-374A-0439C6688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3059" y="3262340"/>
              <a:ext cx="396846" cy="3794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7C8FF65-26E8-2159-DA00-34F91DFF0DE4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2: Parallel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582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roup 1348">
            <a:extLst>
              <a:ext uri="{FF2B5EF4-FFF2-40B4-BE49-F238E27FC236}">
                <a16:creationId xmlns:a16="http://schemas.microsoft.com/office/drawing/2014/main" id="{E8119FE2-6915-4ECC-507C-208BEE0C7F09}"/>
              </a:ext>
            </a:extLst>
          </p:cNvPr>
          <p:cNvGrpSpPr/>
          <p:nvPr/>
        </p:nvGrpSpPr>
        <p:grpSpPr>
          <a:xfrm>
            <a:off x="767408" y="2238482"/>
            <a:ext cx="10369152" cy="2457815"/>
            <a:chOff x="767408" y="2238482"/>
            <a:chExt cx="10369152" cy="2457815"/>
          </a:xfrm>
        </p:grpSpPr>
        <p:pic>
          <p:nvPicPr>
            <p:cNvPr id="1348" name="Picture 1347">
              <a:extLst>
                <a:ext uri="{FF2B5EF4-FFF2-40B4-BE49-F238E27FC236}">
                  <a16:creationId xmlns:a16="http://schemas.microsoft.com/office/drawing/2014/main" id="{DF2A5AB9-694B-6A2D-746D-366C0A045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9329" y="2238482"/>
              <a:ext cx="5187231" cy="2457815"/>
            </a:xfrm>
            <a:prstGeom prst="rect">
              <a:avLst/>
            </a:prstGeom>
          </p:spPr>
        </p:pic>
        <p:pic>
          <p:nvPicPr>
            <p:cNvPr id="1224" name="Picture 1223">
              <a:extLst>
                <a:ext uri="{FF2B5EF4-FFF2-40B4-BE49-F238E27FC236}">
                  <a16:creationId xmlns:a16="http://schemas.microsoft.com/office/drawing/2014/main" id="{8B751A68-44E4-73EE-2A50-E5CA158C6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408" y="2238482"/>
              <a:ext cx="5187231" cy="2457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7001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E65BC8-00DF-E28A-1629-220614563E39}"/>
              </a:ext>
            </a:extLst>
          </p:cNvPr>
          <p:cNvGrpSpPr/>
          <p:nvPr/>
        </p:nvGrpSpPr>
        <p:grpSpPr>
          <a:xfrm>
            <a:off x="263352" y="1412776"/>
            <a:ext cx="12538720" cy="4184230"/>
            <a:chOff x="263352" y="1412776"/>
            <a:chExt cx="12538720" cy="41842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1EF830B-AAE4-6325-50D7-9AEF19E97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1412776"/>
              <a:ext cx="6258882" cy="417375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D14A2B-48C7-C37B-0668-FEB1B0CBD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2234" y="1412776"/>
              <a:ext cx="6279838" cy="41842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973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36C6546-BC17-075B-925C-BD58BA1238E5}"/>
              </a:ext>
            </a:extLst>
          </p:cNvPr>
          <p:cNvGrpSpPr/>
          <p:nvPr/>
        </p:nvGrpSpPr>
        <p:grpSpPr>
          <a:xfrm>
            <a:off x="551384" y="1772816"/>
            <a:ext cx="9678479" cy="3235962"/>
            <a:chOff x="551384" y="1772816"/>
            <a:chExt cx="9678479" cy="32359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EEB57C-82EF-0839-C9D5-9C20988A2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384" y="1772816"/>
              <a:ext cx="4828389" cy="323596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F515C1-0DAC-693C-7F67-CFF739468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5920" y="1772816"/>
              <a:ext cx="4853943" cy="32359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1006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16FE-A74F-166C-D3CC-4921161D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67B1-26CC-F1C4-3C30-EBC84AC2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514C53-925F-1B52-61AD-8FC383F6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32" y="447797"/>
            <a:ext cx="7840136" cy="59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89935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7F429C90-EEDB-924E-9995-A9A694733E71}" vid="{62B75ADE-6AC1-394A-A565-987AAA9069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BDF109259C3742B70118398EA662DF" ma:contentTypeVersion="4" ma:contentTypeDescription="Create a new document." ma:contentTypeScope="" ma:versionID="739f9c85490d5e8d428cdd675dd8c7cd">
  <xsd:schema xmlns:xsd="http://www.w3.org/2001/XMLSchema" xmlns:xs="http://www.w3.org/2001/XMLSchema" xmlns:p="http://schemas.microsoft.com/office/2006/metadata/properties" xmlns:ns2="c0427815-c159-405c-a9c3-9204bd95a48e" targetNamespace="http://schemas.microsoft.com/office/2006/metadata/properties" ma:root="true" ma:fieldsID="3e30fb21375f54844de811bb38b6912f" ns2:_="">
    <xsd:import namespace="c0427815-c159-405c-a9c3-9204bd95a4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27815-c159-405c-a9c3-9204bd95a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B851B7-D313-4E85-A1E0-5976CFE11EC3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19f94994-4311-4823-a682-47492cb9e3e3"/>
    <ds:schemaRef ds:uri="http://schemas.microsoft.com/office/2006/metadata/properties"/>
    <ds:schemaRef ds:uri="http://purl.org/dc/elements/1.1/"/>
    <ds:schemaRef ds:uri="http://schemas.microsoft.com/sharepoint/v3"/>
    <ds:schemaRef ds:uri="a70944c9-f5be-4b0f-89c7-00caf47c665c"/>
  </ds:schemaRefs>
</ds:datastoreItem>
</file>

<file path=customXml/itemProps2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3B886A-FCC7-4CFA-98AF-7EF1C1F11B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27815-c159-405c-a9c3-9204bd95a4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MathWorks Public PowerPoint Template</Template>
  <TotalTime>9248</TotalTime>
  <Words>98</Words>
  <Application>Microsoft Office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MW_Public_widescreen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Eva Pelster</dc:creator>
  <cp:keywords>Version 25.1</cp:keywords>
  <dc:description/>
  <cp:lastModifiedBy>Eva Pelster</cp:lastModifiedBy>
  <cp:revision>21</cp:revision>
  <dcterms:created xsi:type="dcterms:W3CDTF">2025-11-13T14:10:53Z</dcterms:created>
  <dcterms:modified xsi:type="dcterms:W3CDTF">2026-04-13T08:48:05Z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0x010100E8BDF109259C3742B70118398EA662DF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