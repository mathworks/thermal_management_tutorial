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9" r:id="rId5"/>
    <p:sldId id="280" r:id="rId6"/>
    <p:sldId id="282" r:id="rId7"/>
    <p:sldId id="283" r:id="rId8"/>
    <p:sldId id="284" r:id="rId9"/>
    <p:sldId id="275" r:id="rId10"/>
    <p:sldId id="276" r:id="rId11"/>
    <p:sldId id="278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57E5B9-0117-4847-BCD1-110C04C175A9}">
          <p14:sldIdLst>
            <p14:sldId id="279"/>
            <p14:sldId id="280"/>
            <p14:sldId id="282"/>
            <p14:sldId id="283"/>
            <p14:sldId id="284"/>
          </p14:sldIdLst>
        </p14:section>
        <p14:section name="old" id="{7872FD00-0F0E-4DF0-9CD0-1EE91D632B5F}">
          <p14:sldIdLst>
            <p14:sldId id="275"/>
            <p14:sldId id="276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C67C"/>
    <a:srgbClr val="9064FF"/>
    <a:srgbClr val="E6B85C"/>
    <a:srgbClr val="FFFFFF"/>
    <a:srgbClr val="FF0000"/>
    <a:srgbClr val="FF6400"/>
    <a:srgbClr val="228B22"/>
    <a:srgbClr val="A020F6"/>
    <a:srgbClr val="0000FF"/>
    <a:srgbClr val="6365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94" autoAdjust="0"/>
    <p:restoredTop sz="94660"/>
  </p:normalViewPr>
  <p:slideViewPr>
    <p:cSldViewPr>
      <p:cViewPr varScale="1">
        <p:scale>
          <a:sx n="108" d="100"/>
          <a:sy n="108" d="100"/>
        </p:scale>
        <p:origin x="102" y="78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2" d="100"/>
          <a:sy n="102" d="100"/>
        </p:scale>
        <p:origin x="352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</a:t>
            </a:r>
            <a:fld id="{7A5DCF06-F24C-994E-9BEC-4325F534396F}" type="datetimeyyyy">
              <a:rPr lang="en-US" sz="1003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</a:t>
            </a:fld>
            <a:r>
              <a:rPr lang="en-US" sz="1003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 dirty="0"/>
              <a:t>Click to add b</a:t>
            </a:r>
            <a:r>
              <a:rPr lang="en-US" sz="1805" dirty="0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 dirty="0"/>
              <a:t>Click to add headline</a:t>
            </a:r>
            <a:r>
              <a:rPr lang="en-US" sz="2005" b="1" dirty="0">
                <a:solidFill>
                  <a:prstClr val="black"/>
                </a:solidFill>
              </a:rPr>
              <a:t> providing value of feature</a:t>
            </a:r>
            <a:endParaRPr lang="en-US" dirty="0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 dirty="0"/>
              <a:t>Click to add </a:t>
            </a:r>
            <a:r>
              <a:rPr lang="en-US" sz="1604" dirty="0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 dirty="0">
                <a:latin typeface="Courier New" pitchFamily="49" charset="0"/>
                <a:cs typeface="Courier New" pitchFamily="49" charset="0"/>
              </a:rPr>
              <a:t>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 dirty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 dirty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 dirty="0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8527E66-6DA7-AAC9-E1A2-804BEF2DFF4F}"/>
              </a:ext>
            </a:extLst>
          </p:cNvPr>
          <p:cNvSpPr/>
          <p:nvPr userDrawn="1"/>
        </p:nvSpPr>
        <p:spPr>
          <a:xfrm>
            <a:off x="8602226" y="7193577"/>
            <a:ext cx="457200" cy="307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226409-EB7E-D4F3-5879-AD3F7988E1B8}"/>
              </a:ext>
            </a:extLst>
          </p:cNvPr>
          <p:cNvSpPr/>
          <p:nvPr userDrawn="1"/>
        </p:nvSpPr>
        <p:spPr>
          <a:xfrm>
            <a:off x="9228741" y="7193577"/>
            <a:ext cx="457200" cy="307778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9BB41A-6D82-F649-C4D3-A2A22D623413}"/>
              </a:ext>
            </a:extLst>
          </p:cNvPr>
          <p:cNvSpPr/>
          <p:nvPr userDrawn="1"/>
        </p:nvSpPr>
        <p:spPr>
          <a:xfrm>
            <a:off x="9855256" y="7193577"/>
            <a:ext cx="457200" cy="307778"/>
          </a:xfrm>
          <a:prstGeom prst="rect">
            <a:avLst/>
          </a:prstGeom>
          <a:solidFill>
            <a:srgbClr val="A020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BDA2D1-EF6E-5E6E-42AE-8B04FFD4876C}"/>
              </a:ext>
            </a:extLst>
          </p:cNvPr>
          <p:cNvSpPr/>
          <p:nvPr userDrawn="1"/>
        </p:nvSpPr>
        <p:spPr>
          <a:xfrm>
            <a:off x="10481771" y="7193577"/>
            <a:ext cx="457200" cy="307778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C1CB73-A282-21E4-24BF-5024D5BC9A02}"/>
              </a:ext>
            </a:extLst>
          </p:cNvPr>
          <p:cNvSpPr/>
          <p:nvPr userDrawn="1"/>
        </p:nvSpPr>
        <p:spPr>
          <a:xfrm>
            <a:off x="11108286" y="7193577"/>
            <a:ext cx="457200" cy="307778"/>
          </a:xfrm>
          <a:prstGeom prst="rect">
            <a:avLst/>
          </a:prstGeom>
          <a:solidFill>
            <a:srgbClr val="FF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77CD30-6E36-5520-318C-3D779E64CCB5}"/>
              </a:ext>
            </a:extLst>
          </p:cNvPr>
          <p:cNvSpPr/>
          <p:nvPr userDrawn="1"/>
        </p:nvSpPr>
        <p:spPr>
          <a:xfrm>
            <a:off x="11734800" y="7193577"/>
            <a:ext cx="457200" cy="30777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A6C50C-FF5A-3F7A-1EAA-1792AEAEB5BA}"/>
              </a:ext>
            </a:extLst>
          </p:cNvPr>
          <p:cNvSpPr/>
          <p:nvPr userDrawn="1"/>
        </p:nvSpPr>
        <p:spPr>
          <a:xfrm>
            <a:off x="3218091" y="7193577"/>
            <a:ext cx="457200" cy="307778"/>
          </a:xfrm>
          <a:prstGeom prst="rect">
            <a:avLst/>
          </a:prstGeom>
          <a:solidFill>
            <a:srgbClr val="B731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CCBFEE-C545-EEF4-531F-290477FC1512}"/>
              </a:ext>
            </a:extLst>
          </p:cNvPr>
          <p:cNvSpPr/>
          <p:nvPr userDrawn="1"/>
        </p:nvSpPr>
        <p:spPr>
          <a:xfrm>
            <a:off x="3838830" y="7193577"/>
            <a:ext cx="457200" cy="307778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3510B4-391B-9125-FA3E-2B976B165818}"/>
              </a:ext>
            </a:extLst>
          </p:cNvPr>
          <p:cNvSpPr/>
          <p:nvPr userDrawn="1"/>
        </p:nvSpPr>
        <p:spPr>
          <a:xfrm>
            <a:off x="4460475" y="7193577"/>
            <a:ext cx="457200" cy="307778"/>
          </a:xfrm>
          <a:prstGeom prst="rect">
            <a:avLst/>
          </a:prstGeom>
          <a:solidFill>
            <a:srgbClr val="48A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B11715-D6F6-A64A-AE0A-966DD0FF1179}"/>
              </a:ext>
            </a:extLst>
          </p:cNvPr>
          <p:cNvSpPr/>
          <p:nvPr userDrawn="1"/>
        </p:nvSpPr>
        <p:spPr>
          <a:xfrm>
            <a:off x="5062152" y="7193577"/>
            <a:ext cx="457200" cy="307778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0E7715-9D73-8CE0-8BAE-74C39CCD4C92}"/>
              </a:ext>
            </a:extLst>
          </p:cNvPr>
          <p:cNvSpPr/>
          <p:nvPr userDrawn="1"/>
        </p:nvSpPr>
        <p:spPr>
          <a:xfrm>
            <a:off x="5688910" y="7193577"/>
            <a:ext cx="457200" cy="307778"/>
          </a:xfrm>
          <a:prstGeom prst="rect">
            <a:avLst/>
          </a:prstGeom>
          <a:solidFill>
            <a:srgbClr val="7150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266A53-C08C-6D19-4EEC-4E1E8F72367D}"/>
              </a:ext>
            </a:extLst>
          </p:cNvPr>
          <p:cNvSpPr/>
          <p:nvPr userDrawn="1"/>
        </p:nvSpPr>
        <p:spPr>
          <a:xfrm>
            <a:off x="6309649" y="7193577"/>
            <a:ext cx="457200" cy="307778"/>
          </a:xfrm>
          <a:prstGeom prst="rect">
            <a:avLst/>
          </a:prstGeom>
          <a:solidFill>
            <a:srgbClr val="636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464436-E0FF-2768-3458-EEF35EC81B82}"/>
              </a:ext>
            </a:extLst>
          </p:cNvPr>
          <p:cNvSpPr/>
          <p:nvPr userDrawn="1"/>
        </p:nvSpPr>
        <p:spPr>
          <a:xfrm>
            <a:off x="713498" y="7193577"/>
            <a:ext cx="457200" cy="3077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69DD15-8C67-E374-D607-110BB3AFBE3B}"/>
              </a:ext>
            </a:extLst>
          </p:cNvPr>
          <p:cNvSpPr/>
          <p:nvPr userDrawn="1"/>
        </p:nvSpPr>
        <p:spPr>
          <a:xfrm>
            <a:off x="1298456" y="7193577"/>
            <a:ext cx="457200" cy="3077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F5C252-DA65-F835-D5D9-5B9AED4E8A02}"/>
              </a:ext>
            </a:extLst>
          </p:cNvPr>
          <p:cNvSpPr txBox="1"/>
          <p:nvPr userDrawn="1"/>
        </p:nvSpPr>
        <p:spPr>
          <a:xfrm>
            <a:off x="-31888" y="7162800"/>
            <a:ext cx="7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dirty="0"/>
              <a:t>BRAND</a:t>
            </a:r>
            <a:br>
              <a:rPr lang="en-US" sz="900" b="1" dirty="0"/>
            </a:br>
            <a:r>
              <a:rPr lang="en-US" sz="900" b="1" dirty="0"/>
              <a:t>COLORS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CE12E9-3C4D-62B2-6B04-17CC5C0D7A52}"/>
              </a:ext>
            </a:extLst>
          </p:cNvPr>
          <p:cNvSpPr/>
          <p:nvPr userDrawn="1"/>
        </p:nvSpPr>
        <p:spPr>
          <a:xfrm>
            <a:off x="2231608" y="7193577"/>
            <a:ext cx="457200" cy="307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378E04-BD40-82D5-0665-3355A9FA6EB7}"/>
              </a:ext>
            </a:extLst>
          </p:cNvPr>
          <p:cNvSpPr txBox="1"/>
          <p:nvPr userDrawn="1"/>
        </p:nvSpPr>
        <p:spPr>
          <a:xfrm>
            <a:off x="7847405" y="7162800"/>
            <a:ext cx="71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dirty="0"/>
              <a:t>CODE</a:t>
            </a:r>
            <a:br>
              <a:rPr lang="en-US" sz="900" b="1" dirty="0"/>
            </a:br>
            <a:r>
              <a:rPr lang="en-US" sz="900" b="1" dirty="0"/>
              <a:t>COLORS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436113DB-2EFA-765F-A6CC-8CC4C098A69D}"/>
              </a:ext>
            </a:extLst>
          </p:cNvPr>
          <p:cNvSpPr txBox="1"/>
          <p:nvPr/>
        </p:nvSpPr>
        <p:spPr>
          <a:xfrm>
            <a:off x="666718" y="3056260"/>
            <a:ext cx="8498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HEXTubeH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8DE8801-EDD2-9C08-602B-390B9244CAF6}"/>
              </a:ext>
            </a:extLst>
          </p:cNvPr>
          <p:cNvSpPr txBox="1"/>
          <p:nvPr/>
        </p:nvSpPr>
        <p:spPr>
          <a:xfrm>
            <a:off x="1450405" y="5413682"/>
            <a:ext cx="8498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HEXTubeW</a:t>
            </a:r>
          </a:p>
        </p:txBody>
      </p:sp>
      <p:sp>
        <p:nvSpPr>
          <p:cNvPr id="67" name="Cube 66">
            <a:extLst>
              <a:ext uri="{FF2B5EF4-FFF2-40B4-BE49-F238E27FC236}">
                <a16:creationId xmlns:a16="http://schemas.microsoft.com/office/drawing/2014/main" id="{E14C4360-CF63-0349-DDF7-B6B08B51716A}"/>
              </a:ext>
            </a:extLst>
          </p:cNvPr>
          <p:cNvSpPr/>
          <p:nvPr/>
        </p:nvSpPr>
        <p:spPr>
          <a:xfrm>
            <a:off x="3440955" y="505391"/>
            <a:ext cx="943473" cy="3060260"/>
          </a:xfrm>
          <a:prstGeom prst="cube">
            <a:avLst/>
          </a:prstGeom>
          <a:solidFill>
            <a:srgbClr val="E6B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4BBF9E0-B3C7-7D33-0967-4FD5149EC02E}"/>
              </a:ext>
            </a:extLst>
          </p:cNvPr>
          <p:cNvGrpSpPr/>
          <p:nvPr/>
        </p:nvGrpSpPr>
        <p:grpSpPr>
          <a:xfrm>
            <a:off x="1487488" y="3198290"/>
            <a:ext cx="2664296" cy="2188357"/>
            <a:chOff x="2135560" y="1384659"/>
            <a:chExt cx="2664296" cy="2188357"/>
          </a:xfrm>
        </p:grpSpPr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3C45541F-623C-E5BF-D2BE-2DEC63753F10}"/>
                </a:ext>
              </a:extLst>
            </p:cNvPr>
            <p:cNvSpPr/>
            <p:nvPr/>
          </p:nvSpPr>
          <p:spPr>
            <a:xfrm>
              <a:off x="2135560" y="1556792"/>
              <a:ext cx="2664296" cy="2016224"/>
            </a:xfrm>
            <a:prstGeom prst="cube">
              <a:avLst>
                <a:gd name="adj" fmla="val 93993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E6E7A06-43F9-F9F9-3636-059728AB2FA3}"/>
                </a:ext>
              </a:extLst>
            </p:cNvPr>
            <p:cNvSpPr/>
            <p:nvPr/>
          </p:nvSpPr>
          <p:spPr>
            <a:xfrm>
              <a:off x="3986598" y="1384659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876EA1-1D64-2581-3AFA-C1E6B485EA1E}"/>
                </a:ext>
              </a:extLst>
            </p:cNvPr>
            <p:cNvSpPr/>
            <p:nvPr/>
          </p:nvSpPr>
          <p:spPr>
            <a:xfrm>
              <a:off x="3791142" y="1581216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4917A1C-384D-D2AF-AB50-F74B3AECED37}"/>
                </a:ext>
              </a:extLst>
            </p:cNvPr>
            <p:cNvSpPr/>
            <p:nvPr/>
          </p:nvSpPr>
          <p:spPr>
            <a:xfrm>
              <a:off x="3595685" y="1777773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8DC4FAE-F3D3-A4F9-E74A-981CEF5AD008}"/>
                </a:ext>
              </a:extLst>
            </p:cNvPr>
            <p:cNvSpPr/>
            <p:nvPr/>
          </p:nvSpPr>
          <p:spPr>
            <a:xfrm>
              <a:off x="3400228" y="197433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EA8D094-D675-BB3F-81E1-F85EF83AC947}"/>
                </a:ext>
              </a:extLst>
            </p:cNvPr>
            <p:cNvSpPr/>
            <p:nvPr/>
          </p:nvSpPr>
          <p:spPr>
            <a:xfrm>
              <a:off x="3204771" y="2170887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7D9D933-644C-2F2F-9699-86A04049F060}"/>
                </a:ext>
              </a:extLst>
            </p:cNvPr>
            <p:cNvSpPr/>
            <p:nvPr/>
          </p:nvSpPr>
          <p:spPr>
            <a:xfrm>
              <a:off x="3009314" y="2367444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4AEFD2-F885-7E39-3720-2BAB10EB7CB6}"/>
                </a:ext>
              </a:extLst>
            </p:cNvPr>
            <p:cNvSpPr/>
            <p:nvPr/>
          </p:nvSpPr>
          <p:spPr>
            <a:xfrm>
              <a:off x="2813857" y="2564001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D3BA4DC-45AE-9C16-F7F9-6BEE530EB60B}"/>
                </a:ext>
              </a:extLst>
            </p:cNvPr>
            <p:cNvSpPr/>
            <p:nvPr/>
          </p:nvSpPr>
          <p:spPr>
            <a:xfrm>
              <a:off x="2618400" y="2760558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3CD0B6F-107A-B61A-781B-1B519766F598}"/>
                </a:ext>
              </a:extLst>
            </p:cNvPr>
            <p:cNvSpPr/>
            <p:nvPr/>
          </p:nvSpPr>
          <p:spPr>
            <a:xfrm>
              <a:off x="2422943" y="2957115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5051E8F-CB2B-99B3-85C4-48C22DD6ABCE}"/>
                </a:ext>
              </a:extLst>
            </p:cNvPr>
            <p:cNvSpPr/>
            <p:nvPr/>
          </p:nvSpPr>
          <p:spPr>
            <a:xfrm>
              <a:off x="2227486" y="315367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AACD977-F9D2-9D21-4800-7CE2802F9343}"/>
              </a:ext>
            </a:extLst>
          </p:cNvPr>
          <p:cNvGrpSpPr/>
          <p:nvPr/>
        </p:nvGrpSpPr>
        <p:grpSpPr>
          <a:xfrm>
            <a:off x="1487488" y="2483106"/>
            <a:ext cx="2664296" cy="2188357"/>
            <a:chOff x="2135560" y="1384659"/>
            <a:chExt cx="2664296" cy="2188357"/>
          </a:xfrm>
        </p:grpSpPr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768196EF-9400-A77B-22A2-F992F0D6FCF7}"/>
                </a:ext>
              </a:extLst>
            </p:cNvPr>
            <p:cNvSpPr/>
            <p:nvPr/>
          </p:nvSpPr>
          <p:spPr>
            <a:xfrm>
              <a:off x="2135560" y="1556792"/>
              <a:ext cx="2664296" cy="2016224"/>
            </a:xfrm>
            <a:prstGeom prst="cube">
              <a:avLst>
                <a:gd name="adj" fmla="val 93993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733BA86-6DC6-AC24-17E1-EE1D69901ABA}"/>
                </a:ext>
              </a:extLst>
            </p:cNvPr>
            <p:cNvSpPr/>
            <p:nvPr/>
          </p:nvSpPr>
          <p:spPr>
            <a:xfrm>
              <a:off x="3986598" y="1384659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5A22E2D-84B2-4E65-FB1A-B708C252244B}"/>
                </a:ext>
              </a:extLst>
            </p:cNvPr>
            <p:cNvSpPr/>
            <p:nvPr/>
          </p:nvSpPr>
          <p:spPr>
            <a:xfrm>
              <a:off x="3791142" y="1581216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15EDAC5-F515-689F-5F71-3D71849AD105}"/>
                </a:ext>
              </a:extLst>
            </p:cNvPr>
            <p:cNvSpPr/>
            <p:nvPr/>
          </p:nvSpPr>
          <p:spPr>
            <a:xfrm>
              <a:off x="3595685" y="1777773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A12125A-2683-1BE9-86FE-723487ABF193}"/>
                </a:ext>
              </a:extLst>
            </p:cNvPr>
            <p:cNvSpPr/>
            <p:nvPr/>
          </p:nvSpPr>
          <p:spPr>
            <a:xfrm>
              <a:off x="3400228" y="197433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357EEB7-3C96-9B9E-7B57-153589C5E3B2}"/>
                </a:ext>
              </a:extLst>
            </p:cNvPr>
            <p:cNvSpPr/>
            <p:nvPr/>
          </p:nvSpPr>
          <p:spPr>
            <a:xfrm>
              <a:off x="3204771" y="2170887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4F8375B-8F81-FD25-82F6-830661540749}"/>
                </a:ext>
              </a:extLst>
            </p:cNvPr>
            <p:cNvSpPr/>
            <p:nvPr/>
          </p:nvSpPr>
          <p:spPr>
            <a:xfrm>
              <a:off x="3009314" y="2367444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FFCEF02-E812-D45B-0850-04E9A20CF187}"/>
                </a:ext>
              </a:extLst>
            </p:cNvPr>
            <p:cNvSpPr/>
            <p:nvPr/>
          </p:nvSpPr>
          <p:spPr>
            <a:xfrm>
              <a:off x="2813857" y="2564001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D1B3961-287E-82BB-48D7-905E0ACE89A6}"/>
                </a:ext>
              </a:extLst>
            </p:cNvPr>
            <p:cNvSpPr/>
            <p:nvPr/>
          </p:nvSpPr>
          <p:spPr>
            <a:xfrm>
              <a:off x="2618400" y="2760558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878C06B-EFBF-665A-0216-9D4BB1C596FC}"/>
                </a:ext>
              </a:extLst>
            </p:cNvPr>
            <p:cNvSpPr/>
            <p:nvPr/>
          </p:nvSpPr>
          <p:spPr>
            <a:xfrm>
              <a:off x="2422943" y="2957115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0388EB-15D0-54A8-D608-5C7D52DBA6C0}"/>
                </a:ext>
              </a:extLst>
            </p:cNvPr>
            <p:cNvSpPr/>
            <p:nvPr/>
          </p:nvSpPr>
          <p:spPr>
            <a:xfrm>
              <a:off x="2227486" y="315367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FE18FF-9647-2387-DF6C-26F4601305EC}"/>
              </a:ext>
            </a:extLst>
          </p:cNvPr>
          <p:cNvGrpSpPr/>
          <p:nvPr/>
        </p:nvGrpSpPr>
        <p:grpSpPr>
          <a:xfrm>
            <a:off x="1487488" y="1767921"/>
            <a:ext cx="2664296" cy="2188357"/>
            <a:chOff x="2135560" y="1384659"/>
            <a:chExt cx="2664296" cy="2188357"/>
          </a:xfrm>
        </p:grpSpPr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AF544D3B-4430-AAFD-7139-60B5586C0E6F}"/>
                </a:ext>
              </a:extLst>
            </p:cNvPr>
            <p:cNvSpPr/>
            <p:nvPr/>
          </p:nvSpPr>
          <p:spPr>
            <a:xfrm>
              <a:off x="2135560" y="1556792"/>
              <a:ext cx="2664296" cy="2016224"/>
            </a:xfrm>
            <a:prstGeom prst="cube">
              <a:avLst>
                <a:gd name="adj" fmla="val 93993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8D51974-CCBD-9612-921A-9594AC917A79}"/>
                </a:ext>
              </a:extLst>
            </p:cNvPr>
            <p:cNvSpPr/>
            <p:nvPr/>
          </p:nvSpPr>
          <p:spPr>
            <a:xfrm>
              <a:off x="3986598" y="1384659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C7D2046-9F1F-E890-CBE9-194085C040F7}"/>
                </a:ext>
              </a:extLst>
            </p:cNvPr>
            <p:cNvSpPr/>
            <p:nvPr/>
          </p:nvSpPr>
          <p:spPr>
            <a:xfrm>
              <a:off x="3791142" y="1581216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14F6BA2-0AEC-3459-22F3-729B6765DEBE}"/>
                </a:ext>
              </a:extLst>
            </p:cNvPr>
            <p:cNvSpPr/>
            <p:nvPr/>
          </p:nvSpPr>
          <p:spPr>
            <a:xfrm>
              <a:off x="3595685" y="1777773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8A1E72F-4028-EE2F-770E-CFB4A9194FD4}"/>
                </a:ext>
              </a:extLst>
            </p:cNvPr>
            <p:cNvSpPr/>
            <p:nvPr/>
          </p:nvSpPr>
          <p:spPr>
            <a:xfrm>
              <a:off x="3400228" y="197433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DC5672E-DD55-FAD5-FE1D-A109621029E8}"/>
                </a:ext>
              </a:extLst>
            </p:cNvPr>
            <p:cNvSpPr/>
            <p:nvPr/>
          </p:nvSpPr>
          <p:spPr>
            <a:xfrm>
              <a:off x="3204771" y="2170887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2466FF7-C31E-78C5-024C-6782C2AD1105}"/>
                </a:ext>
              </a:extLst>
            </p:cNvPr>
            <p:cNvSpPr/>
            <p:nvPr/>
          </p:nvSpPr>
          <p:spPr>
            <a:xfrm>
              <a:off x="3009314" y="2367444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15BE164-DF04-9C6D-A0A4-13E1303CCACC}"/>
                </a:ext>
              </a:extLst>
            </p:cNvPr>
            <p:cNvSpPr/>
            <p:nvPr/>
          </p:nvSpPr>
          <p:spPr>
            <a:xfrm>
              <a:off x="2813857" y="2564001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F7D8D22-516D-38FE-D192-42AAC0726F1F}"/>
                </a:ext>
              </a:extLst>
            </p:cNvPr>
            <p:cNvSpPr/>
            <p:nvPr/>
          </p:nvSpPr>
          <p:spPr>
            <a:xfrm>
              <a:off x="2618400" y="2760558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87ED03C-BB1C-359A-BD9C-9D5497B765B8}"/>
                </a:ext>
              </a:extLst>
            </p:cNvPr>
            <p:cNvSpPr/>
            <p:nvPr/>
          </p:nvSpPr>
          <p:spPr>
            <a:xfrm>
              <a:off x="2422943" y="2957115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2CC47CB-1F89-3255-51E9-95261A7F8F10}"/>
                </a:ext>
              </a:extLst>
            </p:cNvPr>
            <p:cNvSpPr/>
            <p:nvPr/>
          </p:nvSpPr>
          <p:spPr>
            <a:xfrm>
              <a:off x="2227486" y="315367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55D450-BADF-993C-229F-66C8EB4682AC}"/>
              </a:ext>
            </a:extLst>
          </p:cNvPr>
          <p:cNvGrpSpPr/>
          <p:nvPr/>
        </p:nvGrpSpPr>
        <p:grpSpPr>
          <a:xfrm>
            <a:off x="1487488" y="1052736"/>
            <a:ext cx="2664296" cy="2188357"/>
            <a:chOff x="2135560" y="1384659"/>
            <a:chExt cx="2664296" cy="2188357"/>
          </a:xfrm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1A4C6DD8-4BFA-7385-63EE-352C8A9F7686}"/>
                </a:ext>
              </a:extLst>
            </p:cNvPr>
            <p:cNvSpPr/>
            <p:nvPr/>
          </p:nvSpPr>
          <p:spPr>
            <a:xfrm>
              <a:off x="2135560" y="1556792"/>
              <a:ext cx="2664296" cy="2016224"/>
            </a:xfrm>
            <a:prstGeom prst="cube">
              <a:avLst>
                <a:gd name="adj" fmla="val 93993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8B24323-3FFD-EA9F-BD97-7CFE26CD6E2A}"/>
                </a:ext>
              </a:extLst>
            </p:cNvPr>
            <p:cNvSpPr/>
            <p:nvPr/>
          </p:nvSpPr>
          <p:spPr>
            <a:xfrm>
              <a:off x="3986598" y="1384659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BD24309-84A5-F7A4-7504-05FCF0D9A81E}"/>
                </a:ext>
              </a:extLst>
            </p:cNvPr>
            <p:cNvSpPr/>
            <p:nvPr/>
          </p:nvSpPr>
          <p:spPr>
            <a:xfrm>
              <a:off x="3791142" y="1581216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99A16C5-60F8-D14C-14F6-EB669A219D83}"/>
                </a:ext>
              </a:extLst>
            </p:cNvPr>
            <p:cNvSpPr/>
            <p:nvPr/>
          </p:nvSpPr>
          <p:spPr>
            <a:xfrm>
              <a:off x="3595685" y="1777773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C3DB8B-A7CD-CA92-8F13-0645BE9E5E48}"/>
                </a:ext>
              </a:extLst>
            </p:cNvPr>
            <p:cNvSpPr/>
            <p:nvPr/>
          </p:nvSpPr>
          <p:spPr>
            <a:xfrm>
              <a:off x="3400228" y="197433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30A1365-F84C-2408-F480-E6B35DCC41FE}"/>
                </a:ext>
              </a:extLst>
            </p:cNvPr>
            <p:cNvSpPr/>
            <p:nvPr/>
          </p:nvSpPr>
          <p:spPr>
            <a:xfrm>
              <a:off x="3204771" y="2170887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822F20-394C-7FC8-46EC-B8ECBB1C04B5}"/>
                </a:ext>
              </a:extLst>
            </p:cNvPr>
            <p:cNvSpPr/>
            <p:nvPr/>
          </p:nvSpPr>
          <p:spPr>
            <a:xfrm>
              <a:off x="3009314" y="2367444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EA3DCBB-00D8-203D-45B0-155E9EFB7ED1}"/>
                </a:ext>
              </a:extLst>
            </p:cNvPr>
            <p:cNvSpPr/>
            <p:nvPr/>
          </p:nvSpPr>
          <p:spPr>
            <a:xfrm>
              <a:off x="2813857" y="2564001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42CFE2-FCEE-3342-17CA-13077D64412E}"/>
                </a:ext>
              </a:extLst>
            </p:cNvPr>
            <p:cNvSpPr/>
            <p:nvPr/>
          </p:nvSpPr>
          <p:spPr>
            <a:xfrm>
              <a:off x="2618400" y="2760558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2C8545-4AB9-83B9-7E8E-681A14D0F8DA}"/>
                </a:ext>
              </a:extLst>
            </p:cNvPr>
            <p:cNvSpPr/>
            <p:nvPr/>
          </p:nvSpPr>
          <p:spPr>
            <a:xfrm>
              <a:off x="2422943" y="2957115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BE0CAC-8906-BFD6-4958-CEEA977C063D}"/>
                </a:ext>
              </a:extLst>
            </p:cNvPr>
            <p:cNvSpPr/>
            <p:nvPr/>
          </p:nvSpPr>
          <p:spPr>
            <a:xfrm>
              <a:off x="2227486" y="3153670"/>
              <a:ext cx="769187" cy="216015"/>
            </a:xfrm>
            <a:prstGeom prst="rect">
              <a:avLst/>
            </a:prstGeom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E7241F4-6F47-2622-2F90-C762EB8128CF}"/>
              </a:ext>
            </a:extLst>
          </p:cNvPr>
          <p:cNvCxnSpPr>
            <a:cxnSpLocks/>
          </p:cNvCxnSpPr>
          <p:nvPr/>
        </p:nvCxnSpPr>
        <p:spPr>
          <a:xfrm flipH="1">
            <a:off x="1487339" y="5445224"/>
            <a:ext cx="769187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2868C6E-99B2-EA95-4C82-3859C15F5879}"/>
              </a:ext>
            </a:extLst>
          </p:cNvPr>
          <p:cNvCxnSpPr>
            <a:cxnSpLocks/>
          </p:cNvCxnSpPr>
          <p:nvPr/>
        </p:nvCxnSpPr>
        <p:spPr>
          <a:xfrm flipV="1">
            <a:off x="1443038" y="3097721"/>
            <a:ext cx="0" cy="172801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DEEFC3B-FD49-F5C8-6291-FFADB7AC79B8}"/>
              </a:ext>
            </a:extLst>
          </p:cNvPr>
          <p:cNvCxnSpPr>
            <a:cxnSpLocks/>
          </p:cNvCxnSpPr>
          <p:nvPr/>
        </p:nvCxnSpPr>
        <p:spPr>
          <a:xfrm flipH="1">
            <a:off x="2717974" y="3147318"/>
            <a:ext cx="215931" cy="225617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F60881BD-93B3-B1C3-02E4-4B745994DD47}"/>
              </a:ext>
            </a:extLst>
          </p:cNvPr>
          <p:cNvSpPr txBox="1"/>
          <p:nvPr/>
        </p:nvSpPr>
        <p:spPr>
          <a:xfrm>
            <a:off x="2808392" y="3140968"/>
            <a:ext cx="10281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finSpacing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BCB1C53-9287-588E-E6A6-E2FE776F032B}"/>
              </a:ext>
            </a:extLst>
          </p:cNvPr>
          <p:cNvCxnSpPr>
            <a:cxnSpLocks/>
          </p:cNvCxnSpPr>
          <p:nvPr/>
        </p:nvCxnSpPr>
        <p:spPr>
          <a:xfrm flipV="1">
            <a:off x="1487488" y="3956278"/>
            <a:ext cx="0" cy="59407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AF9F5B7-564D-9FA1-BC06-1AA470E67E0A}"/>
              </a:ext>
            </a:extLst>
          </p:cNvPr>
          <p:cNvSpPr txBox="1"/>
          <p:nvPr/>
        </p:nvSpPr>
        <p:spPr>
          <a:xfrm>
            <a:off x="623396" y="4123716"/>
            <a:ext cx="9337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gapHTubes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4CD8774-8163-B10E-EEBE-AF3A10E46646}"/>
              </a:ext>
            </a:extLst>
          </p:cNvPr>
          <p:cNvCxnSpPr>
            <a:cxnSpLocks/>
          </p:cNvCxnSpPr>
          <p:nvPr/>
        </p:nvCxnSpPr>
        <p:spPr>
          <a:xfrm flipH="1">
            <a:off x="2344506" y="3533117"/>
            <a:ext cx="1829502" cy="186411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6A0D841-0065-498F-4272-9076E36F783D}"/>
              </a:ext>
            </a:extLst>
          </p:cNvPr>
          <p:cNvSpPr txBox="1"/>
          <p:nvPr/>
        </p:nvSpPr>
        <p:spPr>
          <a:xfrm rot="18836397">
            <a:off x="2873694" y="4409686"/>
            <a:ext cx="10281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HEXTubeL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6739A0-7B1E-345D-A741-2C49D784C030}"/>
              </a:ext>
            </a:extLst>
          </p:cNvPr>
          <p:cNvCxnSpPr>
            <a:cxnSpLocks/>
          </p:cNvCxnSpPr>
          <p:nvPr/>
        </p:nvCxnSpPr>
        <p:spPr>
          <a:xfrm>
            <a:off x="4266853" y="620688"/>
            <a:ext cx="0" cy="280831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B9EAA2B9-0FB4-173B-C3D0-A91F519F2658}"/>
              </a:ext>
            </a:extLst>
          </p:cNvPr>
          <p:cNvSpPr txBox="1"/>
          <p:nvPr/>
        </p:nvSpPr>
        <p:spPr>
          <a:xfrm>
            <a:off x="4348775" y="1457765"/>
            <a:ext cx="10281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HEXCoreH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0DD7DC5-C994-8DD5-5BFC-8C4D8B34FFDC}"/>
              </a:ext>
            </a:extLst>
          </p:cNvPr>
          <p:cNvCxnSpPr>
            <a:cxnSpLocks/>
          </p:cNvCxnSpPr>
          <p:nvPr/>
        </p:nvCxnSpPr>
        <p:spPr>
          <a:xfrm flipH="1">
            <a:off x="4079776" y="2458297"/>
            <a:ext cx="864096" cy="0"/>
          </a:xfrm>
          <a:prstGeom prst="straightConnector1">
            <a:avLst/>
          </a:prstGeom>
          <a:ln w="57150">
            <a:solidFill>
              <a:srgbClr val="906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AF267D9-F779-4415-9EF1-181EBAF4A537}"/>
              </a:ext>
            </a:extLst>
          </p:cNvPr>
          <p:cNvSpPr txBox="1"/>
          <p:nvPr/>
        </p:nvSpPr>
        <p:spPr>
          <a:xfrm>
            <a:off x="4498627" y="2458297"/>
            <a:ext cx="15403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+mj-lt"/>
                <a:cs typeface="Courier New" panose="02070309020205020404" pitchFamily="49" charset="0"/>
              </a:rPr>
              <a:t>Moist Air flow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8469A01-6A76-8F94-F9E1-77B1117978D1}"/>
              </a:ext>
            </a:extLst>
          </p:cNvPr>
          <p:cNvCxnSpPr>
            <a:cxnSpLocks/>
          </p:cNvCxnSpPr>
          <p:nvPr/>
        </p:nvCxnSpPr>
        <p:spPr>
          <a:xfrm flipV="1">
            <a:off x="1055440" y="4672550"/>
            <a:ext cx="523974" cy="510766"/>
          </a:xfrm>
          <a:prstGeom prst="straightConnector1">
            <a:avLst/>
          </a:prstGeom>
          <a:ln w="57150">
            <a:solidFill>
              <a:srgbClr val="EBC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ACC2D184-E093-2884-1D7A-BA2389497832}"/>
              </a:ext>
            </a:extLst>
          </p:cNvPr>
          <p:cNvSpPr txBox="1"/>
          <p:nvPr/>
        </p:nvSpPr>
        <p:spPr>
          <a:xfrm>
            <a:off x="49233" y="5077884"/>
            <a:ext cx="15403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+mj-lt"/>
                <a:cs typeface="Courier New" panose="02070309020205020404" pitchFamily="49" charset="0"/>
              </a:rPr>
              <a:t>Thermal Liquid flow</a:t>
            </a:r>
          </a:p>
        </p:txBody>
      </p:sp>
    </p:spTree>
    <p:extLst>
      <p:ext uri="{BB962C8B-B14F-4D97-AF65-F5344CB8AC3E}">
        <p14:creationId xmlns:p14="http://schemas.microsoft.com/office/powerpoint/2010/main" val="16493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25A109A-7452-01E9-6E4E-F07C717597CC}"/>
              </a:ext>
            </a:extLst>
          </p:cNvPr>
          <p:cNvGrpSpPr/>
          <p:nvPr/>
        </p:nvGrpSpPr>
        <p:grpSpPr>
          <a:xfrm>
            <a:off x="4799856" y="620688"/>
            <a:ext cx="6048672" cy="5256584"/>
            <a:chOff x="4799856" y="620688"/>
            <a:chExt cx="6048672" cy="52565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8C8C57-4190-554E-14FF-B58B4881C683}"/>
                </a:ext>
              </a:extLst>
            </p:cNvPr>
            <p:cNvSpPr/>
            <p:nvPr/>
          </p:nvSpPr>
          <p:spPr>
            <a:xfrm>
              <a:off x="4799856" y="620688"/>
              <a:ext cx="6048672" cy="5256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968C4235-613A-E68B-C259-8C5C9BB2A797}"/>
                </a:ext>
              </a:extLst>
            </p:cNvPr>
            <p:cNvGrpSpPr/>
            <p:nvPr/>
          </p:nvGrpSpPr>
          <p:grpSpPr>
            <a:xfrm>
              <a:off x="4799856" y="657791"/>
              <a:ext cx="5989714" cy="5162207"/>
              <a:chOff x="4799856" y="657791"/>
              <a:chExt cx="5989714" cy="5162207"/>
            </a:xfrm>
          </p:grpSpPr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587D3D2-6FC6-E9FA-5893-2256CCE8CF77}"/>
                  </a:ext>
                </a:extLst>
              </p:cNvPr>
              <p:cNvSpPr txBox="1"/>
              <p:nvPr/>
            </p:nvSpPr>
            <p:spPr>
              <a:xfrm>
                <a:off x="5417341" y="3208660"/>
                <a:ext cx="84989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HEXTubeH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3C7E7CD-D756-7C24-6B20-EDEE821ACF22}"/>
                  </a:ext>
                </a:extLst>
              </p:cNvPr>
              <p:cNvSpPr txBox="1"/>
              <p:nvPr/>
            </p:nvSpPr>
            <p:spPr>
              <a:xfrm>
                <a:off x="6201028" y="5566082"/>
                <a:ext cx="849891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HEXTubeW</a:t>
                </a:r>
              </a:p>
            </p:txBody>
          </p:sp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7183A5A1-1832-9E71-3232-7D80868C97CE}"/>
                  </a:ext>
                </a:extLst>
              </p:cNvPr>
              <p:cNvSpPr/>
              <p:nvPr/>
            </p:nvSpPr>
            <p:spPr>
              <a:xfrm>
                <a:off x="8191578" y="657791"/>
                <a:ext cx="943473" cy="3060260"/>
              </a:xfrm>
              <a:prstGeom prst="cube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06798D82-E050-550F-6697-45705C421D20}"/>
                  </a:ext>
                </a:extLst>
              </p:cNvPr>
              <p:cNvGrpSpPr/>
              <p:nvPr/>
            </p:nvGrpSpPr>
            <p:grpSpPr>
              <a:xfrm>
                <a:off x="6238111" y="3350690"/>
                <a:ext cx="2664296" cy="2188357"/>
                <a:chOff x="2135560" y="1384659"/>
                <a:chExt cx="2664296" cy="2188357"/>
              </a:xfrm>
            </p:grpSpPr>
            <p:sp>
              <p:nvSpPr>
                <p:cNvPr id="185" name="Cube 184">
                  <a:extLst>
                    <a:ext uri="{FF2B5EF4-FFF2-40B4-BE49-F238E27FC236}">
                      <a16:creationId xmlns:a16="http://schemas.microsoft.com/office/drawing/2014/main" id="{9FB9E910-7BE0-4C9C-0C02-020CB2864919}"/>
                    </a:ext>
                  </a:extLst>
                </p:cNvPr>
                <p:cNvSpPr/>
                <p:nvPr/>
              </p:nvSpPr>
              <p:spPr>
                <a:xfrm>
                  <a:off x="2135560" y="1556792"/>
                  <a:ext cx="2664296" cy="2016224"/>
                </a:xfrm>
                <a:prstGeom prst="cube">
                  <a:avLst>
                    <a:gd name="adj" fmla="val 93993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75B69236-59A9-B5C3-E21D-8C3B0FFC5066}"/>
                    </a:ext>
                  </a:extLst>
                </p:cNvPr>
                <p:cNvSpPr/>
                <p:nvPr/>
              </p:nvSpPr>
              <p:spPr>
                <a:xfrm>
                  <a:off x="3986598" y="1384659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7FF93D68-DD31-8CF9-E7E5-88780587E47C}"/>
                    </a:ext>
                  </a:extLst>
                </p:cNvPr>
                <p:cNvSpPr/>
                <p:nvPr/>
              </p:nvSpPr>
              <p:spPr>
                <a:xfrm>
                  <a:off x="3791142" y="1581216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B7516BDD-44B6-C427-37FF-1CC1A9081A06}"/>
                    </a:ext>
                  </a:extLst>
                </p:cNvPr>
                <p:cNvSpPr/>
                <p:nvPr/>
              </p:nvSpPr>
              <p:spPr>
                <a:xfrm>
                  <a:off x="3595685" y="1777773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B030D6F4-DBB0-B8D5-891B-0F00442765E8}"/>
                    </a:ext>
                  </a:extLst>
                </p:cNvPr>
                <p:cNvSpPr/>
                <p:nvPr/>
              </p:nvSpPr>
              <p:spPr>
                <a:xfrm>
                  <a:off x="3400228" y="197433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90B5826B-6A6B-3111-89E6-048EA758B2BE}"/>
                    </a:ext>
                  </a:extLst>
                </p:cNvPr>
                <p:cNvSpPr/>
                <p:nvPr/>
              </p:nvSpPr>
              <p:spPr>
                <a:xfrm>
                  <a:off x="3204771" y="2170887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604CA365-B6E4-BAA3-A06A-C13058A9FFA1}"/>
                    </a:ext>
                  </a:extLst>
                </p:cNvPr>
                <p:cNvSpPr/>
                <p:nvPr/>
              </p:nvSpPr>
              <p:spPr>
                <a:xfrm>
                  <a:off x="3009314" y="2367444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C5F003C1-A0EB-86C3-7235-A552AD330DFB}"/>
                    </a:ext>
                  </a:extLst>
                </p:cNvPr>
                <p:cNvSpPr/>
                <p:nvPr/>
              </p:nvSpPr>
              <p:spPr>
                <a:xfrm>
                  <a:off x="2813857" y="2564001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6C7E0313-FD6B-6672-2304-E743827F6D9B}"/>
                    </a:ext>
                  </a:extLst>
                </p:cNvPr>
                <p:cNvSpPr/>
                <p:nvPr/>
              </p:nvSpPr>
              <p:spPr>
                <a:xfrm>
                  <a:off x="2618400" y="2760558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0BF649BC-5999-7020-A8E4-E8E2A878F609}"/>
                    </a:ext>
                  </a:extLst>
                </p:cNvPr>
                <p:cNvSpPr/>
                <p:nvPr/>
              </p:nvSpPr>
              <p:spPr>
                <a:xfrm>
                  <a:off x="2422943" y="2957115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D86595B9-9FC8-D7EB-1480-2EE0F47C860A}"/>
                    </a:ext>
                  </a:extLst>
                </p:cNvPr>
                <p:cNvSpPr/>
                <p:nvPr/>
              </p:nvSpPr>
              <p:spPr>
                <a:xfrm>
                  <a:off x="2227486" y="315367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F5F99BA2-CA01-B162-787E-EEB3A0E32126}"/>
                  </a:ext>
                </a:extLst>
              </p:cNvPr>
              <p:cNvGrpSpPr/>
              <p:nvPr/>
            </p:nvGrpSpPr>
            <p:grpSpPr>
              <a:xfrm>
                <a:off x="6238111" y="2635506"/>
                <a:ext cx="2664296" cy="2188357"/>
                <a:chOff x="2135560" y="1384659"/>
                <a:chExt cx="2664296" cy="2188357"/>
              </a:xfrm>
            </p:grpSpPr>
            <p:sp>
              <p:nvSpPr>
                <p:cNvPr id="197" name="Cube 196">
                  <a:extLst>
                    <a:ext uri="{FF2B5EF4-FFF2-40B4-BE49-F238E27FC236}">
                      <a16:creationId xmlns:a16="http://schemas.microsoft.com/office/drawing/2014/main" id="{D5256100-42A6-8CEB-D629-C3B27C1CAE9D}"/>
                    </a:ext>
                  </a:extLst>
                </p:cNvPr>
                <p:cNvSpPr/>
                <p:nvPr/>
              </p:nvSpPr>
              <p:spPr>
                <a:xfrm>
                  <a:off x="2135560" y="1556792"/>
                  <a:ext cx="2664296" cy="2016224"/>
                </a:xfrm>
                <a:prstGeom prst="cube">
                  <a:avLst>
                    <a:gd name="adj" fmla="val 93993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27BB3DF1-C95F-F625-5523-E914B0D3F82E}"/>
                    </a:ext>
                  </a:extLst>
                </p:cNvPr>
                <p:cNvSpPr/>
                <p:nvPr/>
              </p:nvSpPr>
              <p:spPr>
                <a:xfrm>
                  <a:off x="3986598" y="1384659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47959E66-FF9C-C1D5-51EC-77582623D6CA}"/>
                    </a:ext>
                  </a:extLst>
                </p:cNvPr>
                <p:cNvSpPr/>
                <p:nvPr/>
              </p:nvSpPr>
              <p:spPr>
                <a:xfrm>
                  <a:off x="3791142" y="1581216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1AC9D7CF-E4C0-E0B1-0682-03E1566A6559}"/>
                    </a:ext>
                  </a:extLst>
                </p:cNvPr>
                <p:cNvSpPr/>
                <p:nvPr/>
              </p:nvSpPr>
              <p:spPr>
                <a:xfrm>
                  <a:off x="3595685" y="1777773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F35E57B4-C001-5A1F-07F1-C958C0E34377}"/>
                    </a:ext>
                  </a:extLst>
                </p:cNvPr>
                <p:cNvSpPr/>
                <p:nvPr/>
              </p:nvSpPr>
              <p:spPr>
                <a:xfrm>
                  <a:off x="3400228" y="197433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F16643CC-B3D6-A945-BEB0-C3B3D6BA4ED6}"/>
                    </a:ext>
                  </a:extLst>
                </p:cNvPr>
                <p:cNvSpPr/>
                <p:nvPr/>
              </p:nvSpPr>
              <p:spPr>
                <a:xfrm>
                  <a:off x="3204771" y="2170887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FFDF1983-C91A-8065-2953-94135E979C73}"/>
                    </a:ext>
                  </a:extLst>
                </p:cNvPr>
                <p:cNvSpPr/>
                <p:nvPr/>
              </p:nvSpPr>
              <p:spPr>
                <a:xfrm>
                  <a:off x="3009314" y="2367444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10C5B3D9-DE18-6D72-9759-BBABA775581E}"/>
                    </a:ext>
                  </a:extLst>
                </p:cNvPr>
                <p:cNvSpPr/>
                <p:nvPr/>
              </p:nvSpPr>
              <p:spPr>
                <a:xfrm>
                  <a:off x="2813857" y="2564001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BF9CB9C2-548E-D491-3696-8A17C1851463}"/>
                    </a:ext>
                  </a:extLst>
                </p:cNvPr>
                <p:cNvSpPr/>
                <p:nvPr/>
              </p:nvSpPr>
              <p:spPr>
                <a:xfrm>
                  <a:off x="2618400" y="2760558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670C7933-6B43-A991-8EFE-8E3CE8F07F35}"/>
                    </a:ext>
                  </a:extLst>
                </p:cNvPr>
                <p:cNvSpPr/>
                <p:nvPr/>
              </p:nvSpPr>
              <p:spPr>
                <a:xfrm>
                  <a:off x="2422943" y="2957115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D3A34472-7F4D-2ADC-25B0-2E25DA356770}"/>
                    </a:ext>
                  </a:extLst>
                </p:cNvPr>
                <p:cNvSpPr/>
                <p:nvPr/>
              </p:nvSpPr>
              <p:spPr>
                <a:xfrm>
                  <a:off x="2227486" y="315367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2874D0AB-766E-57B5-88AB-11323644E2A0}"/>
                  </a:ext>
                </a:extLst>
              </p:cNvPr>
              <p:cNvGrpSpPr/>
              <p:nvPr/>
            </p:nvGrpSpPr>
            <p:grpSpPr>
              <a:xfrm>
                <a:off x="6238111" y="1920321"/>
                <a:ext cx="2664296" cy="2188357"/>
                <a:chOff x="2135560" y="1384659"/>
                <a:chExt cx="2664296" cy="2188357"/>
              </a:xfrm>
            </p:grpSpPr>
            <p:sp>
              <p:nvSpPr>
                <p:cNvPr id="209" name="Cube 208">
                  <a:extLst>
                    <a:ext uri="{FF2B5EF4-FFF2-40B4-BE49-F238E27FC236}">
                      <a16:creationId xmlns:a16="http://schemas.microsoft.com/office/drawing/2014/main" id="{52216B52-9FD1-C2AF-5BAC-3F468C9296CB}"/>
                    </a:ext>
                  </a:extLst>
                </p:cNvPr>
                <p:cNvSpPr/>
                <p:nvPr/>
              </p:nvSpPr>
              <p:spPr>
                <a:xfrm>
                  <a:off x="2135560" y="1556792"/>
                  <a:ext cx="2664296" cy="2016224"/>
                </a:xfrm>
                <a:prstGeom prst="cube">
                  <a:avLst>
                    <a:gd name="adj" fmla="val 93993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0551AB9E-2E11-A6BE-4CC4-E52EB04F6E09}"/>
                    </a:ext>
                  </a:extLst>
                </p:cNvPr>
                <p:cNvSpPr/>
                <p:nvPr/>
              </p:nvSpPr>
              <p:spPr>
                <a:xfrm>
                  <a:off x="3986598" y="1384659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DBF88F23-59D4-2A4F-33B3-884AEB1552F5}"/>
                    </a:ext>
                  </a:extLst>
                </p:cNvPr>
                <p:cNvSpPr/>
                <p:nvPr/>
              </p:nvSpPr>
              <p:spPr>
                <a:xfrm>
                  <a:off x="3791142" y="1581216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5334C8AD-8918-A531-FFD9-F6B4649CE150}"/>
                    </a:ext>
                  </a:extLst>
                </p:cNvPr>
                <p:cNvSpPr/>
                <p:nvPr/>
              </p:nvSpPr>
              <p:spPr>
                <a:xfrm>
                  <a:off x="3595685" y="1777773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070AC7FA-3706-A20E-E519-E94F9D95B3C7}"/>
                    </a:ext>
                  </a:extLst>
                </p:cNvPr>
                <p:cNvSpPr/>
                <p:nvPr/>
              </p:nvSpPr>
              <p:spPr>
                <a:xfrm>
                  <a:off x="3400228" y="197433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8735190C-F834-C787-4F62-9FDFD00A050A}"/>
                    </a:ext>
                  </a:extLst>
                </p:cNvPr>
                <p:cNvSpPr/>
                <p:nvPr/>
              </p:nvSpPr>
              <p:spPr>
                <a:xfrm>
                  <a:off x="3204771" y="2170887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B71FF68E-6816-DCBA-734E-D4E8C7FB42D0}"/>
                    </a:ext>
                  </a:extLst>
                </p:cNvPr>
                <p:cNvSpPr/>
                <p:nvPr/>
              </p:nvSpPr>
              <p:spPr>
                <a:xfrm>
                  <a:off x="3009314" y="2367444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CF302AE1-3883-2AD6-53A6-0B070E9BC392}"/>
                    </a:ext>
                  </a:extLst>
                </p:cNvPr>
                <p:cNvSpPr/>
                <p:nvPr/>
              </p:nvSpPr>
              <p:spPr>
                <a:xfrm>
                  <a:off x="2813857" y="2564001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7" name="Rectangle 216">
                  <a:extLst>
                    <a:ext uri="{FF2B5EF4-FFF2-40B4-BE49-F238E27FC236}">
                      <a16:creationId xmlns:a16="http://schemas.microsoft.com/office/drawing/2014/main" id="{F1376E01-C631-1779-BB47-0C792C72CCDD}"/>
                    </a:ext>
                  </a:extLst>
                </p:cNvPr>
                <p:cNvSpPr/>
                <p:nvPr/>
              </p:nvSpPr>
              <p:spPr>
                <a:xfrm>
                  <a:off x="2618400" y="2760558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8" name="Rectangle 217">
                  <a:extLst>
                    <a:ext uri="{FF2B5EF4-FFF2-40B4-BE49-F238E27FC236}">
                      <a16:creationId xmlns:a16="http://schemas.microsoft.com/office/drawing/2014/main" id="{5DEFDE6F-7E43-E133-24A6-D9CED3FCD8D2}"/>
                    </a:ext>
                  </a:extLst>
                </p:cNvPr>
                <p:cNvSpPr/>
                <p:nvPr/>
              </p:nvSpPr>
              <p:spPr>
                <a:xfrm>
                  <a:off x="2422943" y="2957115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03435BEF-8E23-2CA3-20E7-FA703FED0AC9}"/>
                    </a:ext>
                  </a:extLst>
                </p:cNvPr>
                <p:cNvSpPr/>
                <p:nvPr/>
              </p:nvSpPr>
              <p:spPr>
                <a:xfrm>
                  <a:off x="2227486" y="315367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B4F4F6DD-DC61-001F-3994-6337A0E72BDD}"/>
                  </a:ext>
                </a:extLst>
              </p:cNvPr>
              <p:cNvGrpSpPr/>
              <p:nvPr/>
            </p:nvGrpSpPr>
            <p:grpSpPr>
              <a:xfrm>
                <a:off x="6238111" y="1205136"/>
                <a:ext cx="2664296" cy="2188357"/>
                <a:chOff x="2135560" y="1384659"/>
                <a:chExt cx="2664296" cy="2188357"/>
              </a:xfrm>
            </p:grpSpPr>
            <p:sp>
              <p:nvSpPr>
                <p:cNvPr id="221" name="Cube 220">
                  <a:extLst>
                    <a:ext uri="{FF2B5EF4-FFF2-40B4-BE49-F238E27FC236}">
                      <a16:creationId xmlns:a16="http://schemas.microsoft.com/office/drawing/2014/main" id="{B88CD2FA-8551-2AD8-E508-D1CD63CFC99B}"/>
                    </a:ext>
                  </a:extLst>
                </p:cNvPr>
                <p:cNvSpPr/>
                <p:nvPr/>
              </p:nvSpPr>
              <p:spPr>
                <a:xfrm>
                  <a:off x="2135560" y="1556792"/>
                  <a:ext cx="2664296" cy="2016224"/>
                </a:xfrm>
                <a:prstGeom prst="cube">
                  <a:avLst>
                    <a:gd name="adj" fmla="val 93993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EB86C70E-14E5-1BE3-4C9E-99DF2279CBBE}"/>
                    </a:ext>
                  </a:extLst>
                </p:cNvPr>
                <p:cNvSpPr/>
                <p:nvPr/>
              </p:nvSpPr>
              <p:spPr>
                <a:xfrm>
                  <a:off x="3986598" y="1384659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C0CEEFDE-5CFE-0EA4-C434-25307FE9063E}"/>
                    </a:ext>
                  </a:extLst>
                </p:cNvPr>
                <p:cNvSpPr/>
                <p:nvPr/>
              </p:nvSpPr>
              <p:spPr>
                <a:xfrm>
                  <a:off x="3791142" y="1581216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ACE22C86-45DA-5D0B-A70E-8B42571DEE83}"/>
                    </a:ext>
                  </a:extLst>
                </p:cNvPr>
                <p:cNvSpPr/>
                <p:nvPr/>
              </p:nvSpPr>
              <p:spPr>
                <a:xfrm>
                  <a:off x="3595685" y="1777773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41934F4A-9CFD-4BF9-242B-824BF22F368F}"/>
                    </a:ext>
                  </a:extLst>
                </p:cNvPr>
                <p:cNvSpPr/>
                <p:nvPr/>
              </p:nvSpPr>
              <p:spPr>
                <a:xfrm>
                  <a:off x="3400228" y="197433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68942143-F51D-2D44-C689-E6DF85515784}"/>
                    </a:ext>
                  </a:extLst>
                </p:cNvPr>
                <p:cNvSpPr/>
                <p:nvPr/>
              </p:nvSpPr>
              <p:spPr>
                <a:xfrm>
                  <a:off x="3204771" y="2170887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4D353A46-EEE1-A6E3-5089-75979A20659A}"/>
                    </a:ext>
                  </a:extLst>
                </p:cNvPr>
                <p:cNvSpPr/>
                <p:nvPr/>
              </p:nvSpPr>
              <p:spPr>
                <a:xfrm>
                  <a:off x="3009314" y="2367444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AC59E3D0-4A4A-4CE3-1D6C-0CEA6224C9A4}"/>
                    </a:ext>
                  </a:extLst>
                </p:cNvPr>
                <p:cNvSpPr/>
                <p:nvPr/>
              </p:nvSpPr>
              <p:spPr>
                <a:xfrm>
                  <a:off x="2813857" y="2564001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28FE3C95-40B0-8B46-FA36-4AEB70F565FF}"/>
                    </a:ext>
                  </a:extLst>
                </p:cNvPr>
                <p:cNvSpPr/>
                <p:nvPr/>
              </p:nvSpPr>
              <p:spPr>
                <a:xfrm>
                  <a:off x="2618400" y="2760558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ED7DB9BA-F7B5-4CE4-733D-6DC04AB82392}"/>
                    </a:ext>
                  </a:extLst>
                </p:cNvPr>
                <p:cNvSpPr/>
                <p:nvPr/>
              </p:nvSpPr>
              <p:spPr>
                <a:xfrm>
                  <a:off x="2422943" y="2957115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2B717AFF-679C-CD63-8A96-D2E0741F47FB}"/>
                    </a:ext>
                  </a:extLst>
                </p:cNvPr>
                <p:cNvSpPr/>
                <p:nvPr/>
              </p:nvSpPr>
              <p:spPr>
                <a:xfrm>
                  <a:off x="2227486" y="3153670"/>
                  <a:ext cx="769187" cy="216015"/>
                </a:xfrm>
                <a:prstGeom prst="rect">
                  <a:avLst/>
                </a:prstGeom>
                <a:ln w="635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cxnSp>
            <p:nvCxnSpPr>
              <p:cNvPr id="232" name="Straight Arrow Connector 231">
                <a:extLst>
                  <a:ext uri="{FF2B5EF4-FFF2-40B4-BE49-F238E27FC236}">
                    <a16:creationId xmlns:a16="http://schemas.microsoft.com/office/drawing/2014/main" id="{3F74486A-69A1-D8CC-A900-E0C145E67D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37962" y="5597624"/>
                <a:ext cx="76918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Arrow Connector 232">
                <a:extLst>
                  <a:ext uri="{FF2B5EF4-FFF2-40B4-BE49-F238E27FC236}">
                    <a16:creationId xmlns:a16="http://schemas.microsoft.com/office/drawing/2014/main" id="{AD894C25-EA15-A231-0050-96B12CF6F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93661" y="3250121"/>
                <a:ext cx="0" cy="1728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Arrow Connector 233">
                <a:extLst>
                  <a:ext uri="{FF2B5EF4-FFF2-40B4-BE49-F238E27FC236}">
                    <a16:creationId xmlns:a16="http://schemas.microsoft.com/office/drawing/2014/main" id="{BC9106DD-F55F-DE12-54D7-BB04354456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597" y="3299718"/>
                <a:ext cx="215931" cy="2256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0FD3E873-26AD-E687-FC0A-E3349589BD35}"/>
                  </a:ext>
                </a:extLst>
              </p:cNvPr>
              <p:cNvSpPr txBox="1"/>
              <p:nvPr/>
            </p:nvSpPr>
            <p:spPr>
              <a:xfrm>
                <a:off x="7559015" y="3293368"/>
                <a:ext cx="10281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finSpacing</a:t>
                </a:r>
              </a:p>
            </p:txBody>
          </p: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56931269-9998-B26C-FB72-42E9241DB4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38111" y="4108678"/>
                <a:ext cx="0" cy="59407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30C2ED26-9791-3989-42D4-D46873A78AB6}"/>
                  </a:ext>
                </a:extLst>
              </p:cNvPr>
              <p:cNvSpPr txBox="1"/>
              <p:nvPr/>
            </p:nvSpPr>
            <p:spPr>
              <a:xfrm>
                <a:off x="5374019" y="4276116"/>
                <a:ext cx="93379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gapHTubes</a:t>
                </a:r>
              </a:p>
            </p:txBody>
          </p: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C178A274-B208-BF8A-7C43-EAD2B1F6AA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95129" y="3685517"/>
                <a:ext cx="1829502" cy="186411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4BA622B2-E9B3-D7CB-A217-229A7303A762}"/>
                  </a:ext>
                </a:extLst>
              </p:cNvPr>
              <p:cNvSpPr txBox="1"/>
              <p:nvPr/>
            </p:nvSpPr>
            <p:spPr>
              <a:xfrm rot="18836397">
                <a:off x="7624317" y="4562086"/>
                <a:ext cx="10281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HEXTubeL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A90BC69F-7B3E-DBD2-940C-66F88B1AE6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17476" y="773088"/>
                <a:ext cx="0" cy="280831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42296BC-F355-3117-FE32-7FAE26E02E9D}"/>
                  </a:ext>
                </a:extLst>
              </p:cNvPr>
              <p:cNvSpPr txBox="1"/>
              <p:nvPr/>
            </p:nvSpPr>
            <p:spPr>
              <a:xfrm>
                <a:off x="9099398" y="1610165"/>
                <a:ext cx="10281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HEXCoreH</a:t>
                </a:r>
              </a:p>
            </p:txBody>
          </p: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1C716964-AA7E-5D39-E711-0487F9616D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30399" y="2610697"/>
                <a:ext cx="864096" cy="0"/>
              </a:xfrm>
              <a:prstGeom prst="straightConnector1">
                <a:avLst/>
              </a:prstGeom>
              <a:ln w="57150">
                <a:solidFill>
                  <a:srgbClr val="9064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C9FA8182-49F2-F817-C0DD-B5AA7BBE9A44}"/>
                  </a:ext>
                </a:extLst>
              </p:cNvPr>
              <p:cNvSpPr txBox="1"/>
              <p:nvPr/>
            </p:nvSpPr>
            <p:spPr>
              <a:xfrm>
                <a:off x="9249250" y="2610697"/>
                <a:ext cx="154032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+mj-lt"/>
                    <a:cs typeface="Courier New" panose="02070309020205020404" pitchFamily="49" charset="0"/>
                  </a:rPr>
                  <a:t>Moist Air flow</a:t>
                </a:r>
              </a:p>
            </p:txBody>
          </p: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B753D0A9-79D9-AEB9-421C-A255615684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06063" y="4824950"/>
                <a:ext cx="523974" cy="510766"/>
              </a:xfrm>
              <a:prstGeom prst="straightConnector1">
                <a:avLst/>
              </a:prstGeom>
              <a:ln w="57150">
                <a:solidFill>
                  <a:srgbClr val="EBC67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D552D664-65E3-0227-F68F-0F2A69BED646}"/>
                  </a:ext>
                </a:extLst>
              </p:cNvPr>
              <p:cNvSpPr txBox="1"/>
              <p:nvPr/>
            </p:nvSpPr>
            <p:spPr>
              <a:xfrm>
                <a:off x="4799856" y="5230284"/>
                <a:ext cx="154032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+mj-lt"/>
                    <a:cs typeface="Courier New" panose="02070309020205020404" pitchFamily="49" charset="0"/>
                  </a:rPr>
                  <a:t>Thermal Liquid flow</a:t>
                </a:r>
              </a:p>
            </p:txBody>
          </p:sp>
        </p:grpSp>
      </p:grpSp>
      <p:pic>
        <p:nvPicPr>
          <p:cNvPr id="140" name="Picture 139">
            <a:extLst>
              <a:ext uri="{FF2B5EF4-FFF2-40B4-BE49-F238E27FC236}">
                <a16:creationId xmlns:a16="http://schemas.microsoft.com/office/drawing/2014/main" id="{DACF5330-59F2-930D-C8FD-B3546E59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75" y="541064"/>
            <a:ext cx="6053853" cy="525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3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98A7-B730-639C-69FA-1BB22073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230">
            <a:extLst>
              <a:ext uri="{FF2B5EF4-FFF2-40B4-BE49-F238E27FC236}">
                <a16:creationId xmlns:a16="http://schemas.microsoft.com/office/drawing/2014/main" id="{A4FA43D3-1368-7CF3-6ED2-B4339FBD0886}"/>
              </a:ext>
            </a:extLst>
          </p:cNvPr>
          <p:cNvGrpSpPr/>
          <p:nvPr/>
        </p:nvGrpSpPr>
        <p:grpSpPr>
          <a:xfrm>
            <a:off x="695404" y="1700808"/>
            <a:ext cx="9361039" cy="4404815"/>
            <a:chOff x="695404" y="1700808"/>
            <a:chExt cx="9361039" cy="4404815"/>
          </a:xfrm>
        </p:grpSpPr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948DB929-BC18-9E1E-2F62-65A6B6C0B715}"/>
                </a:ext>
              </a:extLst>
            </p:cNvPr>
            <p:cNvSpPr/>
            <p:nvPr/>
          </p:nvSpPr>
          <p:spPr>
            <a:xfrm>
              <a:off x="695404" y="1700808"/>
              <a:ext cx="9361039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BFA000D-B8F1-9E0F-AC02-F7B4CC3EF633}"/>
                </a:ext>
              </a:extLst>
            </p:cNvPr>
            <p:cNvSpPr/>
            <p:nvPr/>
          </p:nvSpPr>
          <p:spPr>
            <a:xfrm>
              <a:off x="1847528" y="3284984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9921F28-6B3C-C7EE-96FE-D7F6A49EC8EA}"/>
                </a:ext>
              </a:extLst>
            </p:cNvPr>
            <p:cNvSpPr/>
            <p:nvPr/>
          </p:nvSpPr>
          <p:spPr>
            <a:xfrm>
              <a:off x="4295564" y="2857508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4F820459-6E7F-EEC2-72F2-7FF85C579250}"/>
                </a:ext>
              </a:extLst>
            </p:cNvPr>
            <p:cNvSpPr/>
            <p:nvPr/>
          </p:nvSpPr>
          <p:spPr>
            <a:xfrm>
              <a:off x="1847528" y="285293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ACC306B-019F-EBFF-B569-94D96C486ED2}"/>
                </a:ext>
              </a:extLst>
            </p:cNvPr>
            <p:cNvSpPr/>
            <p:nvPr/>
          </p:nvSpPr>
          <p:spPr>
            <a:xfrm>
              <a:off x="4295564" y="2425460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98A512-8287-61C7-C095-80F801ADAF69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44BD640-D775-523D-A581-5FBB3B5DC9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BE1E093-0903-FE28-A324-EB45298071ED}"/>
                </a:ext>
              </a:extLst>
            </p:cNvPr>
            <p:cNvSpPr txBox="1"/>
            <p:nvPr/>
          </p:nvSpPr>
          <p:spPr>
            <a:xfrm>
              <a:off x="6470245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7E5A334-8908-3F06-7727-722B0DE119B3}"/>
                </a:ext>
              </a:extLst>
            </p:cNvPr>
            <p:cNvSpPr/>
            <p:nvPr/>
          </p:nvSpPr>
          <p:spPr>
            <a:xfrm>
              <a:off x="1842570" y="514778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87B2779-AD4D-BB60-1DE8-486A61B735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D42A48C-FE30-41D2-8D73-AD008875A5A1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2730C62-D7C2-97AF-7515-5BCE4001617E}"/>
                </a:ext>
              </a:extLst>
            </p:cNvPr>
            <p:cNvSpPr txBox="1"/>
            <p:nvPr/>
          </p:nvSpPr>
          <p:spPr>
            <a:xfrm>
              <a:off x="1842570" y="5733256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1: U-shaped channel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F6848F46-9399-CE81-F9F6-6F032606DA80}"/>
                </a:ext>
              </a:extLst>
            </p:cNvPr>
            <p:cNvGrpSpPr/>
            <p:nvPr/>
          </p:nvGrpSpPr>
          <p:grpSpPr>
            <a:xfrm>
              <a:off x="2474316" y="2809504"/>
              <a:ext cx="2607787" cy="2083677"/>
              <a:chOff x="2555285" y="2809504"/>
              <a:chExt cx="2607787" cy="2083677"/>
            </a:xfrm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B1779C85-103F-988D-A5B8-129B7117815B}"/>
                  </a:ext>
                </a:extLst>
              </p:cNvPr>
              <p:cNvSpPr/>
              <p:nvPr/>
            </p:nvSpPr>
            <p:spPr>
              <a:xfrm>
                <a:off x="4330412" y="2809504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" name="Cube 2">
                <a:extLst>
                  <a:ext uri="{FF2B5EF4-FFF2-40B4-BE49-F238E27FC236}">
                    <a16:creationId xmlns:a16="http://schemas.microsoft.com/office/drawing/2014/main" id="{8158F8FF-E07A-0E49-3EA7-4981409DF3A0}"/>
                  </a:ext>
                </a:extLst>
              </p:cNvPr>
              <p:cNvSpPr/>
              <p:nvPr/>
            </p:nvSpPr>
            <p:spPr>
              <a:xfrm>
                <a:off x="2555285" y="2875091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62E837C-ADB2-527B-2F86-62B0422EB5A5}"/>
                  </a:ext>
                </a:extLst>
              </p:cNvPr>
              <p:cNvSpPr/>
              <p:nvPr/>
            </p:nvSpPr>
            <p:spPr>
              <a:xfrm>
                <a:off x="3080520" y="2876957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44138B8B-A4EA-1DCC-CDA3-104F11F6E4DF}"/>
                  </a:ext>
                </a:extLst>
              </p:cNvPr>
              <p:cNvSpPr/>
              <p:nvPr/>
            </p:nvSpPr>
            <p:spPr>
              <a:xfrm>
                <a:off x="3080520" y="4589848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5FCCE17C-555A-D988-5894-9D1C9DAD5F68}"/>
                </a:ext>
              </a:extLst>
            </p:cNvPr>
            <p:cNvGrpSpPr/>
            <p:nvPr/>
          </p:nvGrpSpPr>
          <p:grpSpPr>
            <a:xfrm>
              <a:off x="3540309" y="2809504"/>
              <a:ext cx="2607787" cy="2083677"/>
              <a:chOff x="2555285" y="2809504"/>
              <a:chExt cx="2607787" cy="2083677"/>
            </a:xfrm>
          </p:grpSpPr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67ED22D5-EC1D-7F17-3DA8-5D89FA282B28}"/>
                  </a:ext>
                </a:extLst>
              </p:cNvPr>
              <p:cNvSpPr/>
              <p:nvPr/>
            </p:nvSpPr>
            <p:spPr>
              <a:xfrm>
                <a:off x="4330412" y="2809504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978F6C5F-FB37-09ED-5FBC-D897DD5B0818}"/>
                  </a:ext>
                </a:extLst>
              </p:cNvPr>
              <p:cNvSpPr/>
              <p:nvPr/>
            </p:nvSpPr>
            <p:spPr>
              <a:xfrm>
                <a:off x="2555285" y="2875091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B0E3D6A-DADB-81E5-90CE-F4E8E3AD0B47}"/>
                  </a:ext>
                </a:extLst>
              </p:cNvPr>
              <p:cNvSpPr/>
              <p:nvPr/>
            </p:nvSpPr>
            <p:spPr>
              <a:xfrm>
                <a:off x="3080520" y="2876957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DF776A74-6B76-CE94-FA92-3C6009BD8171}"/>
                  </a:ext>
                </a:extLst>
              </p:cNvPr>
              <p:cNvSpPr/>
              <p:nvPr/>
            </p:nvSpPr>
            <p:spPr>
              <a:xfrm>
                <a:off x="3080520" y="4589848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B243171D-4B9D-3F0B-3323-1E696543C03F}"/>
                </a:ext>
              </a:extLst>
            </p:cNvPr>
            <p:cNvGrpSpPr/>
            <p:nvPr/>
          </p:nvGrpSpPr>
          <p:grpSpPr>
            <a:xfrm>
              <a:off x="4600294" y="2808115"/>
              <a:ext cx="2607787" cy="2083677"/>
              <a:chOff x="2555285" y="2809504"/>
              <a:chExt cx="2607787" cy="2083677"/>
            </a:xfrm>
          </p:grpSpPr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5070AA9A-22A4-65AD-A9EA-5B8EADC71143}"/>
                  </a:ext>
                </a:extLst>
              </p:cNvPr>
              <p:cNvSpPr/>
              <p:nvPr/>
            </p:nvSpPr>
            <p:spPr>
              <a:xfrm>
                <a:off x="4330412" y="2809504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88F8E0CC-2D71-77F1-C68D-3C460901EFEF}"/>
                  </a:ext>
                </a:extLst>
              </p:cNvPr>
              <p:cNvSpPr/>
              <p:nvPr/>
            </p:nvSpPr>
            <p:spPr>
              <a:xfrm>
                <a:off x="2555285" y="2875091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2" name="Cube 181">
                <a:extLst>
                  <a:ext uri="{FF2B5EF4-FFF2-40B4-BE49-F238E27FC236}">
                    <a16:creationId xmlns:a16="http://schemas.microsoft.com/office/drawing/2014/main" id="{9036145C-E38F-3A67-A982-7F37A5EF03BC}"/>
                  </a:ext>
                </a:extLst>
              </p:cNvPr>
              <p:cNvSpPr/>
              <p:nvPr/>
            </p:nvSpPr>
            <p:spPr>
              <a:xfrm>
                <a:off x="3080520" y="2876957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458304C6-7D39-911A-C815-01379697741B}"/>
                  </a:ext>
                </a:extLst>
              </p:cNvPr>
              <p:cNvSpPr/>
              <p:nvPr/>
            </p:nvSpPr>
            <p:spPr>
              <a:xfrm>
                <a:off x="3080520" y="4589848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2C640C1E-0A01-3C39-B325-EF49137A41FC}"/>
                </a:ext>
              </a:extLst>
            </p:cNvPr>
            <p:cNvGrpSpPr/>
            <p:nvPr/>
          </p:nvGrpSpPr>
          <p:grpSpPr>
            <a:xfrm>
              <a:off x="5659405" y="2808608"/>
              <a:ext cx="2607787" cy="2083677"/>
              <a:chOff x="2555285" y="2809504"/>
              <a:chExt cx="2607787" cy="2083677"/>
            </a:xfrm>
          </p:grpSpPr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06176E17-CA4A-515D-C924-E9161770FAF4}"/>
                  </a:ext>
                </a:extLst>
              </p:cNvPr>
              <p:cNvSpPr/>
              <p:nvPr/>
            </p:nvSpPr>
            <p:spPr>
              <a:xfrm>
                <a:off x="4330412" y="2809504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15FB1283-0CB0-C7AF-63F7-00FF7E384BCC}"/>
                  </a:ext>
                </a:extLst>
              </p:cNvPr>
              <p:cNvSpPr/>
              <p:nvPr/>
            </p:nvSpPr>
            <p:spPr>
              <a:xfrm>
                <a:off x="2555285" y="2875091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976AA162-96EC-21C0-E086-870D0831492B}"/>
                  </a:ext>
                </a:extLst>
              </p:cNvPr>
              <p:cNvSpPr/>
              <p:nvPr/>
            </p:nvSpPr>
            <p:spPr>
              <a:xfrm>
                <a:off x="3080520" y="2876957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8AEDC008-B056-C6CB-6AFB-70947FE992CF}"/>
                  </a:ext>
                </a:extLst>
              </p:cNvPr>
              <p:cNvSpPr/>
              <p:nvPr/>
            </p:nvSpPr>
            <p:spPr>
              <a:xfrm>
                <a:off x="3080520" y="4589848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43B239BD-A4EC-98E2-C66C-8C3CDE45F470}"/>
                </a:ext>
              </a:extLst>
            </p:cNvPr>
            <p:cNvGrpSpPr/>
            <p:nvPr/>
          </p:nvGrpSpPr>
          <p:grpSpPr>
            <a:xfrm>
              <a:off x="6728058" y="2808530"/>
              <a:ext cx="2607787" cy="2083677"/>
              <a:chOff x="6728058" y="2808530"/>
              <a:chExt cx="2607787" cy="2083677"/>
            </a:xfrm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6CE6B75E-71C3-A1F6-56D1-118499963238}"/>
                  </a:ext>
                </a:extLst>
              </p:cNvPr>
              <p:cNvSpPr/>
              <p:nvPr/>
            </p:nvSpPr>
            <p:spPr>
              <a:xfrm>
                <a:off x="8503185" y="2808530"/>
                <a:ext cx="832660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30E4A205-EC42-7B48-EA15-7A75C6B1AF80}"/>
                  </a:ext>
                </a:extLst>
              </p:cNvPr>
              <p:cNvSpPr/>
              <p:nvPr/>
            </p:nvSpPr>
            <p:spPr>
              <a:xfrm>
                <a:off x="6728058" y="2874117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FBBE0A56-8CB7-160E-FDD6-60720B10E1D9}"/>
                  </a:ext>
                </a:extLst>
              </p:cNvPr>
              <p:cNvSpPr/>
              <p:nvPr/>
            </p:nvSpPr>
            <p:spPr>
              <a:xfrm>
                <a:off x="7253293" y="2875983"/>
                <a:ext cx="2016000" cy="2016224"/>
              </a:xfrm>
              <a:prstGeom prst="cube">
                <a:avLst>
                  <a:gd name="adj" fmla="val 88431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1C18E87-B3B4-5680-4A1B-802B8FF3F152}"/>
                  </a:ext>
                </a:extLst>
              </p:cNvPr>
              <p:cNvSpPr/>
              <p:nvPr/>
            </p:nvSpPr>
            <p:spPr>
              <a:xfrm>
                <a:off x="7253292" y="4588874"/>
                <a:ext cx="956889" cy="302400"/>
              </a:xfrm>
              <a:prstGeom prst="cube">
                <a:avLst>
                  <a:gd name="adj" fmla="val 2242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056891D0-9CCB-F9C1-A17C-D8A7861918F2}"/>
                </a:ext>
              </a:extLst>
            </p:cNvPr>
            <p:cNvSpPr/>
            <p:nvPr/>
          </p:nvSpPr>
          <p:spPr>
            <a:xfrm>
              <a:off x="1708499" y="4590653"/>
              <a:ext cx="1062804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77EDE63-F68A-3A95-62BF-11CEADE18741}"/>
                </a:ext>
              </a:extLst>
            </p:cNvPr>
            <p:cNvSpPr/>
            <p:nvPr/>
          </p:nvSpPr>
          <p:spPr>
            <a:xfrm>
              <a:off x="1847528" y="472514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B12FBDA-9E0A-DDB6-DF71-CB2C148C88B0}"/>
                </a:ext>
              </a:extLst>
            </p:cNvPr>
            <p:cNvSpPr/>
            <p:nvPr/>
          </p:nvSpPr>
          <p:spPr>
            <a:xfrm>
              <a:off x="1840143" y="2431672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B622A162-6A9F-DAD7-70E5-7B82E81943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2176" y="2833191"/>
              <a:ext cx="1807409" cy="178544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2F1347F1-B5BC-F0F1-13C4-EA187DC0A913}"/>
                </a:ext>
              </a:extLst>
            </p:cNvPr>
            <p:cNvSpPr txBox="1"/>
            <p:nvPr/>
          </p:nvSpPr>
          <p:spPr>
            <a:xfrm rot="19023903">
              <a:off x="4308689" y="3487635"/>
              <a:ext cx="1368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effFlowLength</a:t>
              </a:r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1F8F8086-23C1-B0E5-EC99-7CE21058E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0961" y="3671360"/>
              <a:ext cx="59000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CE91B17-0594-6BC5-A037-92B0A0BBC592}"/>
                </a:ext>
              </a:extLst>
            </p:cNvPr>
            <p:cNvSpPr txBox="1"/>
            <p:nvPr/>
          </p:nvSpPr>
          <p:spPr>
            <a:xfrm>
              <a:off x="5858701" y="3419067"/>
              <a:ext cx="122260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BE7C292-00F5-E36A-773D-1992BA6EBBA6}"/>
                </a:ext>
              </a:extLst>
            </p:cNvPr>
            <p:cNvCxnSpPr>
              <a:cxnSpLocks/>
            </p:cNvCxnSpPr>
            <p:nvPr/>
          </p:nvCxnSpPr>
          <p:spPr>
            <a:xfrm>
              <a:off x="8139499" y="4657863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C9518E5F-C633-0680-F98D-7E4D7D50A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2277" y="4840744"/>
              <a:ext cx="166626" cy="992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4C7CE813-895A-7778-B507-ABDD73DD9121}"/>
                </a:ext>
              </a:extLst>
            </p:cNvPr>
            <p:cNvCxnSpPr>
              <a:cxnSpLocks/>
            </p:cNvCxnSpPr>
            <p:nvPr/>
          </p:nvCxnSpPr>
          <p:spPr>
            <a:xfrm>
              <a:off x="8212584" y="4587863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0106CCF-F63B-CE38-69BD-166FDB1BA7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121" y="4587863"/>
              <a:ext cx="67904" cy="7418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C44CD3F-62BC-0160-9177-5A4DC70FC2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3854" y="4806942"/>
              <a:ext cx="67904" cy="7418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36F1B2D5-99CF-AC1F-758C-282B7C4DD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8025" y="4706864"/>
              <a:ext cx="295160" cy="149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316F4EA7-6B03-3879-4DC0-581F1B777F52}"/>
                </a:ext>
              </a:extLst>
            </p:cNvPr>
            <p:cNvSpPr txBox="1"/>
            <p:nvPr/>
          </p:nvSpPr>
          <p:spPr>
            <a:xfrm>
              <a:off x="8266973" y="4884906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5078660C-FAAE-2C50-2E4E-0C53612199D3}"/>
                </a:ext>
              </a:extLst>
            </p:cNvPr>
            <p:cNvSpPr txBox="1"/>
            <p:nvPr/>
          </p:nvSpPr>
          <p:spPr>
            <a:xfrm>
              <a:off x="8419344" y="4560575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F9370CF-D640-942E-0829-E82C0AFBEA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776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5235-59C2-A354-7FA2-903E07A2C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970535EE-841D-03C0-5A24-E22EDB41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881" y="2186762"/>
            <a:ext cx="7431157" cy="3521033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1FADE809-4F66-0707-4E2B-84ADA3023AB1}"/>
              </a:ext>
            </a:extLst>
          </p:cNvPr>
          <p:cNvGrpSpPr/>
          <p:nvPr/>
        </p:nvGrpSpPr>
        <p:grpSpPr>
          <a:xfrm>
            <a:off x="695404" y="1700808"/>
            <a:ext cx="9361039" cy="4404815"/>
            <a:chOff x="695404" y="1700808"/>
            <a:chExt cx="9361039" cy="4404815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7156B49-5925-7F7C-BF5E-C4D08389D67B}"/>
                </a:ext>
              </a:extLst>
            </p:cNvPr>
            <p:cNvSpPr/>
            <p:nvPr/>
          </p:nvSpPr>
          <p:spPr>
            <a:xfrm>
              <a:off x="695404" y="1700808"/>
              <a:ext cx="9361039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06C9220-097C-1B20-C11B-46406668DCDD}"/>
                </a:ext>
              </a:extLst>
            </p:cNvPr>
            <p:cNvSpPr/>
            <p:nvPr/>
          </p:nvSpPr>
          <p:spPr>
            <a:xfrm>
              <a:off x="1847528" y="3284984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B7F39E0-E115-668B-7325-AF460DEB6C73}"/>
                </a:ext>
              </a:extLst>
            </p:cNvPr>
            <p:cNvSpPr/>
            <p:nvPr/>
          </p:nvSpPr>
          <p:spPr>
            <a:xfrm>
              <a:off x="4295564" y="2857508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D5F2E016-4C1B-7AC2-8EFB-5250DA2C6592}"/>
                </a:ext>
              </a:extLst>
            </p:cNvPr>
            <p:cNvSpPr/>
            <p:nvPr/>
          </p:nvSpPr>
          <p:spPr>
            <a:xfrm>
              <a:off x="1847528" y="285293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53BD22C-1848-3106-F4FE-1CAF8FBDB13C}"/>
                </a:ext>
              </a:extLst>
            </p:cNvPr>
            <p:cNvSpPr/>
            <p:nvPr/>
          </p:nvSpPr>
          <p:spPr>
            <a:xfrm>
              <a:off x="4295564" y="2425460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22DDC2B-2882-5782-352D-EB02159C496F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BFE9875-4EF0-056C-36CF-D45990FCB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AC1FFD7-AFB0-118A-F461-0A7D84B0479C}"/>
                </a:ext>
              </a:extLst>
            </p:cNvPr>
            <p:cNvSpPr txBox="1"/>
            <p:nvPr/>
          </p:nvSpPr>
          <p:spPr>
            <a:xfrm>
              <a:off x="6470245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E39FAD-A993-3E0F-C6F8-022B9EC8949A}"/>
                </a:ext>
              </a:extLst>
            </p:cNvPr>
            <p:cNvSpPr/>
            <p:nvPr/>
          </p:nvSpPr>
          <p:spPr>
            <a:xfrm>
              <a:off x="1842570" y="514778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2230B07-BF7D-A487-CD79-A8AFE74439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EFE4539-BE4E-081A-63FA-FCFFA8F0AE84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11A7503-B542-5EA7-8C4D-FBE2D73F2E0C}"/>
                </a:ext>
              </a:extLst>
            </p:cNvPr>
            <p:cNvSpPr txBox="1"/>
            <p:nvPr/>
          </p:nvSpPr>
          <p:spPr>
            <a:xfrm>
              <a:off x="1842570" y="5733256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1: Parallel channels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C63707EC-3A18-1BE5-3525-B3572CCE0B8F}"/>
                </a:ext>
              </a:extLst>
            </p:cNvPr>
            <p:cNvSpPr/>
            <p:nvPr/>
          </p:nvSpPr>
          <p:spPr>
            <a:xfrm>
              <a:off x="4249442" y="2809504"/>
              <a:ext cx="5086917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2713899D-86D4-EA7A-FB4E-D44F6A1DA8C6}"/>
                </a:ext>
              </a:extLst>
            </p:cNvPr>
            <p:cNvSpPr txBox="1"/>
            <p:nvPr/>
          </p:nvSpPr>
          <p:spPr>
            <a:xfrm>
              <a:off x="8266973" y="4884906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A20C7BA-A40A-A782-2A2E-1E16F4CE517E}"/>
                </a:ext>
              </a:extLst>
            </p:cNvPr>
            <p:cNvSpPr txBox="1"/>
            <p:nvPr/>
          </p:nvSpPr>
          <p:spPr>
            <a:xfrm>
              <a:off x="8419344" y="4560575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8FEA2482-9169-6F6F-D6D3-E1F71048C529}"/>
                </a:ext>
              </a:extLst>
            </p:cNvPr>
            <p:cNvSpPr/>
            <p:nvPr/>
          </p:nvSpPr>
          <p:spPr>
            <a:xfrm>
              <a:off x="2474316" y="2875091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6C26B58B-1E1A-DF76-0CA2-0BC1C1DBC724}"/>
                </a:ext>
              </a:extLst>
            </p:cNvPr>
            <p:cNvSpPr/>
            <p:nvPr/>
          </p:nvSpPr>
          <p:spPr>
            <a:xfrm>
              <a:off x="4132889" y="3165554"/>
              <a:ext cx="4851446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DBE713D5-1C99-7E98-FCCC-C99B0E4465AC}"/>
                </a:ext>
              </a:extLst>
            </p:cNvPr>
            <p:cNvSpPr/>
            <p:nvPr/>
          </p:nvSpPr>
          <p:spPr>
            <a:xfrm>
              <a:off x="3772694" y="3521604"/>
              <a:ext cx="4779438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77C861E-5FB6-FAAA-F526-EFA26A9A5EF3}"/>
                </a:ext>
              </a:extLst>
            </p:cNvPr>
            <p:cNvSpPr/>
            <p:nvPr/>
          </p:nvSpPr>
          <p:spPr>
            <a:xfrm>
              <a:off x="3430974" y="3877654"/>
              <a:ext cx="4851446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3BF46185-58F9-DB50-9CFF-0B918B121793}"/>
                </a:ext>
              </a:extLst>
            </p:cNvPr>
            <p:cNvSpPr/>
            <p:nvPr/>
          </p:nvSpPr>
          <p:spPr>
            <a:xfrm>
              <a:off x="3058964" y="4233704"/>
              <a:ext cx="4779438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01431F86-67EA-76DC-2E44-2FC71FECA586}"/>
                </a:ext>
              </a:extLst>
            </p:cNvPr>
            <p:cNvSpPr/>
            <p:nvPr/>
          </p:nvSpPr>
          <p:spPr>
            <a:xfrm>
              <a:off x="7253293" y="2875983"/>
              <a:ext cx="2016000" cy="2016224"/>
            </a:xfrm>
            <a:prstGeom prst="cube">
              <a:avLst>
                <a:gd name="adj" fmla="val 88431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209E04F7-A8A5-5271-71B9-A9F66D08BB54}"/>
                </a:ext>
              </a:extLst>
            </p:cNvPr>
            <p:cNvSpPr/>
            <p:nvPr/>
          </p:nvSpPr>
          <p:spPr>
            <a:xfrm>
              <a:off x="1708499" y="4590653"/>
              <a:ext cx="1062804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26123BF-C904-338C-ACB0-B37404722D29}"/>
                </a:ext>
              </a:extLst>
            </p:cNvPr>
            <p:cNvSpPr/>
            <p:nvPr/>
          </p:nvSpPr>
          <p:spPr>
            <a:xfrm>
              <a:off x="2658575" y="4589755"/>
              <a:ext cx="4851446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F47F3CDF-F67F-DFC5-BD59-33D7F62A606F}"/>
                </a:ext>
              </a:extLst>
            </p:cNvPr>
            <p:cNvSpPr/>
            <p:nvPr/>
          </p:nvSpPr>
          <p:spPr>
            <a:xfrm>
              <a:off x="7253292" y="4588874"/>
              <a:ext cx="956889" cy="302400"/>
            </a:xfrm>
            <a:prstGeom prst="cube">
              <a:avLst>
                <a:gd name="adj" fmla="val 22422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96060922-D5CD-D2F8-9E22-76EA1194DCE0}"/>
                </a:ext>
              </a:extLst>
            </p:cNvPr>
            <p:cNvSpPr/>
            <p:nvPr/>
          </p:nvSpPr>
          <p:spPr>
            <a:xfrm>
              <a:off x="1820437" y="243029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5DDF1A0-69C1-5306-7648-729AE03E7F78}"/>
                </a:ext>
              </a:extLst>
            </p:cNvPr>
            <p:cNvSpPr/>
            <p:nvPr/>
          </p:nvSpPr>
          <p:spPr>
            <a:xfrm>
              <a:off x="1847528" y="472514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6545D6F-88EC-C8D5-46A2-44F0E8AFF596}"/>
                </a:ext>
              </a:extLst>
            </p:cNvPr>
            <p:cNvCxnSpPr>
              <a:cxnSpLocks/>
            </p:cNvCxnSpPr>
            <p:nvPr/>
          </p:nvCxnSpPr>
          <p:spPr>
            <a:xfrm>
              <a:off x="8139499" y="4657863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2DF14663-E700-DBD4-16A5-897613AFEB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2277" y="4840744"/>
              <a:ext cx="166626" cy="9927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59186E3F-0E26-45D8-A930-53CAA2F9FF40}"/>
                </a:ext>
              </a:extLst>
            </p:cNvPr>
            <p:cNvCxnSpPr>
              <a:cxnSpLocks/>
            </p:cNvCxnSpPr>
            <p:nvPr/>
          </p:nvCxnSpPr>
          <p:spPr>
            <a:xfrm>
              <a:off x="8212584" y="4587863"/>
              <a:ext cx="0" cy="221932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82F2A77C-A2DC-8EF8-29B7-4B5DBEF0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0121" y="4587863"/>
              <a:ext cx="67904" cy="7418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55F31A1-9F07-AFD2-5C3B-47A363CF83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3854" y="4806942"/>
              <a:ext cx="67904" cy="74180"/>
            </a:xfrm>
            <a:prstGeom prst="line">
              <a:avLst/>
            </a:prstGeom>
            <a:ln w="158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08C84104-9E97-C8BE-182E-16440A6B3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08025" y="4706864"/>
              <a:ext cx="295160" cy="149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AA2844E-F081-4FF6-94EE-C50C8556BB53}"/>
                </a:ext>
              </a:extLst>
            </p:cNvPr>
            <p:cNvCxnSpPr>
              <a:cxnSpLocks/>
            </p:cNvCxnSpPr>
            <p:nvPr/>
          </p:nvCxnSpPr>
          <p:spPr>
            <a:xfrm rot="19140222" flipH="1">
              <a:off x="6076070" y="3289582"/>
              <a:ext cx="59000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9784E4B-586C-91F6-3BB9-6B54E149E159}"/>
                </a:ext>
              </a:extLst>
            </p:cNvPr>
            <p:cNvSpPr txBox="1"/>
            <p:nvPr/>
          </p:nvSpPr>
          <p:spPr>
            <a:xfrm rot="19123219">
              <a:off x="5681385" y="3069573"/>
              <a:ext cx="122260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5CD790A-97D0-5C31-0D93-2DBAD54901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2441" y="3991857"/>
              <a:ext cx="4609640" cy="893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16412B8-3D75-A56C-10A9-8729A737E93E}"/>
                </a:ext>
              </a:extLst>
            </p:cNvPr>
            <p:cNvSpPr txBox="1"/>
            <p:nvPr/>
          </p:nvSpPr>
          <p:spPr>
            <a:xfrm>
              <a:off x="5363748" y="3789576"/>
              <a:ext cx="12299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channelLength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911FF0D-68B6-EBB9-C445-693936FDD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5118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Picture 395">
            <a:extLst>
              <a:ext uri="{FF2B5EF4-FFF2-40B4-BE49-F238E27FC236}">
                <a16:creationId xmlns:a16="http://schemas.microsoft.com/office/drawing/2014/main" id="{34314A0B-E257-5D58-FDE1-4CB5B56D2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671" y="1393521"/>
            <a:ext cx="7023201" cy="3305843"/>
          </a:xfrm>
          <a:prstGeom prst="rect">
            <a:avLst/>
          </a:prstGeom>
        </p:spPr>
      </p:pic>
      <p:pic>
        <p:nvPicPr>
          <p:cNvPr id="318" name="Picture 317">
            <a:extLst>
              <a:ext uri="{FF2B5EF4-FFF2-40B4-BE49-F238E27FC236}">
                <a16:creationId xmlns:a16="http://schemas.microsoft.com/office/drawing/2014/main" id="{78BC8383-853E-6712-5D73-5A325AC64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696" y="1393522"/>
            <a:ext cx="7023201" cy="33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4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BB10CCE-F9AE-CB92-AFB0-E5701AAD32A2}"/>
              </a:ext>
            </a:extLst>
          </p:cNvPr>
          <p:cNvGrpSpPr/>
          <p:nvPr/>
        </p:nvGrpSpPr>
        <p:grpSpPr>
          <a:xfrm>
            <a:off x="695404" y="1636218"/>
            <a:ext cx="9433044" cy="4404815"/>
            <a:chOff x="695404" y="1636218"/>
            <a:chExt cx="9433044" cy="440481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51ED7C-32E3-7CEE-A315-75B575116B8C}"/>
                </a:ext>
              </a:extLst>
            </p:cNvPr>
            <p:cNvSpPr/>
            <p:nvPr/>
          </p:nvSpPr>
          <p:spPr>
            <a:xfrm>
              <a:off x="767408" y="1636218"/>
              <a:ext cx="9361040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3C3D90B-39DA-8BD5-8ACD-EC8C53FA90A5}"/>
                </a:ext>
              </a:extLst>
            </p:cNvPr>
            <p:cNvSpPr/>
            <p:nvPr/>
          </p:nvSpPr>
          <p:spPr>
            <a:xfrm>
              <a:off x="1847528" y="3284984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52636DD-DD68-E03E-8454-C621B5519052}"/>
                </a:ext>
              </a:extLst>
            </p:cNvPr>
            <p:cNvSpPr/>
            <p:nvPr/>
          </p:nvSpPr>
          <p:spPr>
            <a:xfrm>
              <a:off x="4295564" y="2857508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DFF66F5F-5E34-1162-D620-A9169B499C08}"/>
                </a:ext>
              </a:extLst>
            </p:cNvPr>
            <p:cNvSpPr/>
            <p:nvPr/>
          </p:nvSpPr>
          <p:spPr>
            <a:xfrm>
              <a:off x="1847528" y="285293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15614A-F503-E188-448F-BF0C4D31D26D}"/>
                </a:ext>
              </a:extLst>
            </p:cNvPr>
            <p:cNvSpPr/>
            <p:nvPr/>
          </p:nvSpPr>
          <p:spPr>
            <a:xfrm>
              <a:off x="4295564" y="2425460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3C0129B-64B5-5728-8C4F-533E3744E0CF}"/>
                </a:ext>
              </a:extLst>
            </p:cNvPr>
            <p:cNvGrpSpPr/>
            <p:nvPr/>
          </p:nvGrpSpPr>
          <p:grpSpPr>
            <a:xfrm>
              <a:off x="948904" y="2559624"/>
              <a:ext cx="8573266" cy="2498870"/>
              <a:chOff x="1055440" y="2630648"/>
              <a:chExt cx="8573266" cy="249887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9113507-1E2F-852E-B359-726756A5A97A}"/>
                  </a:ext>
                </a:extLst>
              </p:cNvPr>
              <p:cNvGrpSpPr/>
              <p:nvPr/>
            </p:nvGrpSpPr>
            <p:grpSpPr>
              <a:xfrm>
                <a:off x="1055440" y="4776719"/>
                <a:ext cx="1584176" cy="328897"/>
                <a:chOff x="2207568" y="6256784"/>
                <a:chExt cx="1584176" cy="328897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FC8A96EC-9E28-810E-789D-4B37F671015F}"/>
                    </a:ext>
                  </a:extLst>
                </p:cNvPr>
                <p:cNvSpPr/>
                <p:nvPr/>
              </p:nvSpPr>
              <p:spPr>
                <a:xfrm>
                  <a:off x="2207568" y="6400800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2" name="Parallelogram 41">
                  <a:extLst>
                    <a:ext uri="{FF2B5EF4-FFF2-40B4-BE49-F238E27FC236}">
                      <a16:creationId xmlns:a16="http://schemas.microsoft.com/office/drawing/2014/main" id="{410FC4DE-1896-657E-F4EE-91A78CB6E44E}"/>
                    </a:ext>
                  </a:extLst>
                </p:cNvPr>
                <p:cNvSpPr/>
                <p:nvPr/>
              </p:nvSpPr>
              <p:spPr>
                <a:xfrm>
                  <a:off x="2209007" y="6256784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4" name="Parallelogram 43">
                  <a:extLst>
                    <a:ext uri="{FF2B5EF4-FFF2-40B4-BE49-F238E27FC236}">
                      <a16:creationId xmlns:a16="http://schemas.microsoft.com/office/drawing/2014/main" id="{48346DE4-CBA0-1F5B-BB6E-33A40ADA2B7E}"/>
                    </a:ext>
                  </a:extLst>
                </p:cNvPr>
                <p:cNvSpPr/>
                <p:nvPr/>
              </p:nvSpPr>
              <p:spPr>
                <a:xfrm>
                  <a:off x="2209007" y="6441665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83D62EEF-F718-C0EA-236E-EA1470291A70}"/>
                    </a:ext>
                  </a:extLst>
                </p:cNvPr>
                <p:cNvSpPr/>
                <p:nvPr/>
              </p:nvSpPr>
              <p:spPr>
                <a:xfrm>
                  <a:off x="2376944" y="6256784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52" name="Parallelogram 51">
                <a:extLst>
                  <a:ext uri="{FF2B5EF4-FFF2-40B4-BE49-F238E27FC236}">
                    <a16:creationId xmlns:a16="http://schemas.microsoft.com/office/drawing/2014/main" id="{4CFB4BA6-7C8A-A8FC-DEB0-99AA7B6A469C}"/>
                  </a:ext>
                </a:extLst>
              </p:cNvPr>
              <p:cNvSpPr/>
              <p:nvPr/>
            </p:nvSpPr>
            <p:spPr>
              <a:xfrm>
                <a:off x="4570026" y="4826541"/>
                <a:ext cx="574625" cy="123971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5" name="Parallelogram 54">
                <a:extLst>
                  <a:ext uri="{FF2B5EF4-FFF2-40B4-BE49-F238E27FC236}">
                    <a16:creationId xmlns:a16="http://schemas.microsoft.com/office/drawing/2014/main" id="{A6C94DE6-43F4-DF37-8EA5-5AC5BE76574A}"/>
                  </a:ext>
                </a:extLst>
              </p:cNvPr>
              <p:cNvSpPr/>
              <p:nvPr/>
            </p:nvSpPr>
            <p:spPr>
              <a:xfrm>
                <a:off x="2279576" y="2631557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6" name="Parallelogram 55">
                <a:extLst>
                  <a:ext uri="{FF2B5EF4-FFF2-40B4-BE49-F238E27FC236}">
                    <a16:creationId xmlns:a16="http://schemas.microsoft.com/office/drawing/2014/main" id="{B7B1BF20-FE3C-DB9A-E494-75EE00B22D16}"/>
                  </a:ext>
                </a:extLst>
              </p:cNvPr>
              <p:cNvSpPr/>
              <p:nvPr/>
            </p:nvSpPr>
            <p:spPr>
              <a:xfrm>
                <a:off x="2304315" y="2800973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DC0B6F0-5F77-8124-A9D6-E71936B1BE36}"/>
                  </a:ext>
                </a:extLst>
              </p:cNvPr>
              <p:cNvSpPr/>
              <p:nvPr/>
            </p:nvSpPr>
            <p:spPr>
              <a:xfrm>
                <a:off x="4806327" y="2631170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1" name="Parallelogram 60">
                <a:extLst>
                  <a:ext uri="{FF2B5EF4-FFF2-40B4-BE49-F238E27FC236}">
                    <a16:creationId xmlns:a16="http://schemas.microsoft.com/office/drawing/2014/main" id="{E8050AB1-C5C0-BAF6-F3AC-DC1AC5A4F759}"/>
                  </a:ext>
                </a:extLst>
              </p:cNvPr>
              <p:cNvSpPr/>
              <p:nvPr/>
            </p:nvSpPr>
            <p:spPr>
              <a:xfrm>
                <a:off x="2928269" y="263481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2" name="Parallelogram 61">
                <a:extLst>
                  <a:ext uri="{FF2B5EF4-FFF2-40B4-BE49-F238E27FC236}">
                    <a16:creationId xmlns:a16="http://schemas.microsoft.com/office/drawing/2014/main" id="{B7C8BA39-B3A5-DC36-9535-DA0577384D3A}"/>
                  </a:ext>
                </a:extLst>
              </p:cNvPr>
              <p:cNvSpPr/>
              <p:nvPr/>
            </p:nvSpPr>
            <p:spPr>
              <a:xfrm>
                <a:off x="2953008" y="2804232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22E3122-70DD-501A-175E-23E7BAEA38F7}"/>
                  </a:ext>
                </a:extLst>
              </p:cNvPr>
              <p:cNvSpPr/>
              <p:nvPr/>
            </p:nvSpPr>
            <p:spPr>
              <a:xfrm>
                <a:off x="5435414" y="2630648"/>
                <a:ext cx="312613" cy="184142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A65AE03-8922-80E3-5CCA-02BA93FAB89E}"/>
                  </a:ext>
                </a:extLst>
              </p:cNvPr>
              <p:cNvSpPr/>
              <p:nvPr/>
            </p:nvSpPr>
            <p:spPr>
              <a:xfrm>
                <a:off x="2928268" y="4938096"/>
                <a:ext cx="862037" cy="178364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5" name="Parallelogram 64">
                <a:extLst>
                  <a:ext uri="{FF2B5EF4-FFF2-40B4-BE49-F238E27FC236}">
                    <a16:creationId xmlns:a16="http://schemas.microsoft.com/office/drawing/2014/main" id="{47E1DF27-1AE9-1857-5DB7-4654CF7A0E4D}"/>
                  </a:ext>
                </a:extLst>
              </p:cNvPr>
              <p:cNvSpPr/>
              <p:nvPr/>
            </p:nvSpPr>
            <p:spPr>
              <a:xfrm>
                <a:off x="3580585" y="2643869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6" name="Parallelogram 65">
                <a:extLst>
                  <a:ext uri="{FF2B5EF4-FFF2-40B4-BE49-F238E27FC236}">
                    <a16:creationId xmlns:a16="http://schemas.microsoft.com/office/drawing/2014/main" id="{D05F8986-79A0-32E6-F8FC-8FE898E073FD}"/>
                  </a:ext>
                </a:extLst>
              </p:cNvPr>
              <p:cNvSpPr/>
              <p:nvPr/>
            </p:nvSpPr>
            <p:spPr>
              <a:xfrm>
                <a:off x="3605324" y="2813285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8C0B103-04C1-FD36-5DA7-A8A8C650AAB4}"/>
                  </a:ext>
                </a:extLst>
              </p:cNvPr>
              <p:cNvSpPr/>
              <p:nvPr/>
            </p:nvSpPr>
            <p:spPr>
              <a:xfrm>
                <a:off x="6098377" y="2645378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9" name="Parallelogram 68">
                <a:extLst>
                  <a:ext uri="{FF2B5EF4-FFF2-40B4-BE49-F238E27FC236}">
                    <a16:creationId xmlns:a16="http://schemas.microsoft.com/office/drawing/2014/main" id="{6046E7BD-2FC8-097E-5AEC-3BF3BCC622CC}"/>
                  </a:ext>
                </a:extLst>
              </p:cNvPr>
              <p:cNvSpPr/>
              <p:nvPr/>
            </p:nvSpPr>
            <p:spPr>
              <a:xfrm>
                <a:off x="4220319" y="2644791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0" name="Parallelogram 69">
                <a:extLst>
                  <a:ext uri="{FF2B5EF4-FFF2-40B4-BE49-F238E27FC236}">
                    <a16:creationId xmlns:a16="http://schemas.microsoft.com/office/drawing/2014/main" id="{65BFD3DA-AD3C-1626-A959-067701D0F12D}"/>
                  </a:ext>
                </a:extLst>
              </p:cNvPr>
              <p:cNvSpPr/>
              <p:nvPr/>
            </p:nvSpPr>
            <p:spPr>
              <a:xfrm>
                <a:off x="4245058" y="2809974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5AEEE4A-01B8-BE61-CDDF-A1DEACEB5E82}"/>
                  </a:ext>
                </a:extLst>
              </p:cNvPr>
              <p:cNvSpPr/>
              <p:nvPr/>
            </p:nvSpPr>
            <p:spPr>
              <a:xfrm>
                <a:off x="6753426" y="2644987"/>
                <a:ext cx="291295" cy="169803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F5E5327C-9FA5-E443-A9C6-0F98C1FEE1C4}"/>
                  </a:ext>
                </a:extLst>
              </p:cNvPr>
              <p:cNvSpPr/>
              <p:nvPr/>
            </p:nvSpPr>
            <p:spPr>
              <a:xfrm>
                <a:off x="4226704" y="4937443"/>
                <a:ext cx="862037" cy="178364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3" name="Parallelogram 72">
                <a:extLst>
                  <a:ext uri="{FF2B5EF4-FFF2-40B4-BE49-F238E27FC236}">
                    <a16:creationId xmlns:a16="http://schemas.microsoft.com/office/drawing/2014/main" id="{B3D9D8FD-DBEB-C89C-735B-569CAE9BF25A}"/>
                  </a:ext>
                </a:extLst>
              </p:cNvPr>
              <p:cNvSpPr/>
              <p:nvPr/>
            </p:nvSpPr>
            <p:spPr>
              <a:xfrm>
                <a:off x="4902302" y="2636865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4" name="Parallelogram 73">
                <a:extLst>
                  <a:ext uri="{FF2B5EF4-FFF2-40B4-BE49-F238E27FC236}">
                    <a16:creationId xmlns:a16="http://schemas.microsoft.com/office/drawing/2014/main" id="{2B910D6E-8184-9A75-9F39-7A9083ED39B5}"/>
                  </a:ext>
                </a:extLst>
              </p:cNvPr>
              <p:cNvSpPr/>
              <p:nvPr/>
            </p:nvSpPr>
            <p:spPr>
              <a:xfrm>
                <a:off x="4901643" y="280945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5" name="Parallelogram 74">
                <a:extLst>
                  <a:ext uri="{FF2B5EF4-FFF2-40B4-BE49-F238E27FC236}">
                    <a16:creationId xmlns:a16="http://schemas.microsoft.com/office/drawing/2014/main" id="{C20DBB17-CB1F-E236-E25D-B143B0CA9FBF}"/>
                  </a:ext>
                </a:extLst>
              </p:cNvPr>
              <p:cNvSpPr/>
              <p:nvPr/>
            </p:nvSpPr>
            <p:spPr>
              <a:xfrm>
                <a:off x="3217421" y="4831667"/>
                <a:ext cx="574625" cy="123971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4175866-A217-01AB-FE30-0920325E7366}"/>
                  </a:ext>
                </a:extLst>
              </p:cNvPr>
              <p:cNvSpPr/>
              <p:nvPr/>
            </p:nvSpPr>
            <p:spPr>
              <a:xfrm>
                <a:off x="7373266" y="2637544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7" name="Parallelogram 76">
                <a:extLst>
                  <a:ext uri="{FF2B5EF4-FFF2-40B4-BE49-F238E27FC236}">
                    <a16:creationId xmlns:a16="http://schemas.microsoft.com/office/drawing/2014/main" id="{96E92FBD-8C95-9AFC-5564-492079742C81}"/>
                  </a:ext>
                </a:extLst>
              </p:cNvPr>
              <p:cNvSpPr/>
              <p:nvPr/>
            </p:nvSpPr>
            <p:spPr>
              <a:xfrm>
                <a:off x="5503674" y="264965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8" name="Parallelogram 77">
                <a:extLst>
                  <a:ext uri="{FF2B5EF4-FFF2-40B4-BE49-F238E27FC236}">
                    <a16:creationId xmlns:a16="http://schemas.microsoft.com/office/drawing/2014/main" id="{FD7836CB-0CC9-13E5-716E-7B57D4E70FA3}"/>
                  </a:ext>
                </a:extLst>
              </p:cNvPr>
              <p:cNvSpPr/>
              <p:nvPr/>
            </p:nvSpPr>
            <p:spPr>
              <a:xfrm>
                <a:off x="5519947" y="2810606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AC9E2E8-496E-06D0-7BBA-7FC024C2104C}"/>
                  </a:ext>
                </a:extLst>
              </p:cNvPr>
              <p:cNvSpPr/>
              <p:nvPr/>
            </p:nvSpPr>
            <p:spPr>
              <a:xfrm>
                <a:off x="8000843" y="2637153"/>
                <a:ext cx="316649" cy="177637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0" name="Parallelogram 79">
                <a:extLst>
                  <a:ext uri="{FF2B5EF4-FFF2-40B4-BE49-F238E27FC236}">
                    <a16:creationId xmlns:a16="http://schemas.microsoft.com/office/drawing/2014/main" id="{D1B58417-88C5-A648-7DD6-C49ADADA91EE}"/>
                  </a:ext>
                </a:extLst>
              </p:cNvPr>
              <p:cNvSpPr/>
              <p:nvPr/>
            </p:nvSpPr>
            <p:spPr>
              <a:xfrm>
                <a:off x="5857045" y="4831899"/>
                <a:ext cx="574625" cy="123971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1C971908-CE8A-C0FB-B62C-BB08737F7DF6}"/>
                  </a:ext>
                </a:extLst>
              </p:cNvPr>
              <p:cNvSpPr/>
              <p:nvPr/>
            </p:nvSpPr>
            <p:spPr>
              <a:xfrm>
                <a:off x="5507372" y="4940684"/>
                <a:ext cx="862037" cy="178364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2" name="Parallelogram 81">
                <a:extLst>
                  <a:ext uri="{FF2B5EF4-FFF2-40B4-BE49-F238E27FC236}">
                    <a16:creationId xmlns:a16="http://schemas.microsoft.com/office/drawing/2014/main" id="{49CF0303-0790-C397-977E-8D6DA79FA667}"/>
                  </a:ext>
                </a:extLst>
              </p:cNvPr>
              <p:cNvSpPr/>
              <p:nvPr/>
            </p:nvSpPr>
            <p:spPr>
              <a:xfrm>
                <a:off x="6189321" y="2642223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3" name="Parallelogram 82">
                <a:extLst>
                  <a:ext uri="{FF2B5EF4-FFF2-40B4-BE49-F238E27FC236}">
                    <a16:creationId xmlns:a16="http://schemas.microsoft.com/office/drawing/2014/main" id="{5BBAB5E2-ED1A-0886-BBFC-DD7A75975274}"/>
                  </a:ext>
                </a:extLst>
              </p:cNvPr>
              <p:cNvSpPr/>
              <p:nvPr/>
            </p:nvSpPr>
            <p:spPr>
              <a:xfrm>
                <a:off x="6188662" y="2814814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57EF537-174B-AB05-6D61-D346EEE08965}"/>
                  </a:ext>
                </a:extLst>
              </p:cNvPr>
              <p:cNvSpPr/>
              <p:nvPr/>
            </p:nvSpPr>
            <p:spPr>
              <a:xfrm>
                <a:off x="8678047" y="2646010"/>
                <a:ext cx="641601" cy="302700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0" name="Parallelogram 89">
                <a:extLst>
                  <a:ext uri="{FF2B5EF4-FFF2-40B4-BE49-F238E27FC236}">
                    <a16:creationId xmlns:a16="http://schemas.microsoft.com/office/drawing/2014/main" id="{D4420707-5C7B-B5F3-FD7D-AD3313BA0E30}"/>
                  </a:ext>
                </a:extLst>
              </p:cNvPr>
              <p:cNvSpPr/>
              <p:nvPr/>
            </p:nvSpPr>
            <p:spPr>
              <a:xfrm>
                <a:off x="6808455" y="2658122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1" name="Parallelogram 90">
                <a:extLst>
                  <a:ext uri="{FF2B5EF4-FFF2-40B4-BE49-F238E27FC236}">
                    <a16:creationId xmlns:a16="http://schemas.microsoft.com/office/drawing/2014/main" id="{FF1D3F57-6D5A-7982-33FC-B0327767DEED}"/>
                  </a:ext>
                </a:extLst>
              </p:cNvPr>
              <p:cNvSpPr/>
              <p:nvPr/>
            </p:nvSpPr>
            <p:spPr>
              <a:xfrm>
                <a:off x="6824728" y="2819072"/>
                <a:ext cx="2803978" cy="2304256"/>
              </a:xfrm>
              <a:prstGeom prst="parallelogram">
                <a:avLst>
                  <a:gd name="adj" fmla="val 106289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959339E9-3324-BA23-5FC3-D7EB4052E9C9}"/>
                  </a:ext>
                </a:extLst>
              </p:cNvPr>
              <p:cNvSpPr/>
              <p:nvPr/>
            </p:nvSpPr>
            <p:spPr>
              <a:xfrm>
                <a:off x="9317218" y="2645619"/>
                <a:ext cx="308710" cy="177637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16695FE1-526D-C8AB-C5B2-A3D1E8DB8D58}"/>
                  </a:ext>
                </a:extLst>
              </p:cNvPr>
              <p:cNvGrpSpPr/>
              <p:nvPr/>
            </p:nvGrpSpPr>
            <p:grpSpPr>
              <a:xfrm>
                <a:off x="6817270" y="4800621"/>
                <a:ext cx="1584176" cy="328897"/>
                <a:chOff x="2207568" y="6256784"/>
                <a:chExt cx="1584176" cy="328897"/>
              </a:xfrm>
            </p:grpSpPr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B0810848-2B1B-2EB6-CCC2-4C76C4164897}"/>
                    </a:ext>
                  </a:extLst>
                </p:cNvPr>
                <p:cNvSpPr/>
                <p:nvPr/>
              </p:nvSpPr>
              <p:spPr>
                <a:xfrm>
                  <a:off x="2207568" y="6400800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5" name="Parallelogram 94">
                  <a:extLst>
                    <a:ext uri="{FF2B5EF4-FFF2-40B4-BE49-F238E27FC236}">
                      <a16:creationId xmlns:a16="http://schemas.microsoft.com/office/drawing/2014/main" id="{AC2794EE-48F0-1659-97A6-5DBD9706A27D}"/>
                    </a:ext>
                  </a:extLst>
                </p:cNvPr>
                <p:cNvSpPr/>
                <p:nvPr/>
              </p:nvSpPr>
              <p:spPr>
                <a:xfrm>
                  <a:off x="2209007" y="6256784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6" name="Parallelogram 95">
                  <a:extLst>
                    <a:ext uri="{FF2B5EF4-FFF2-40B4-BE49-F238E27FC236}">
                      <a16:creationId xmlns:a16="http://schemas.microsoft.com/office/drawing/2014/main" id="{E1967CCF-B92B-A08A-8EAA-27B070221EDC}"/>
                    </a:ext>
                  </a:extLst>
                </p:cNvPr>
                <p:cNvSpPr/>
                <p:nvPr/>
              </p:nvSpPr>
              <p:spPr>
                <a:xfrm>
                  <a:off x="2209007" y="6441665"/>
                  <a:ext cx="1582737" cy="144016"/>
                </a:xfrm>
                <a:prstGeom prst="parallelogram">
                  <a:avLst>
                    <a:gd name="adj" fmla="val 118702"/>
                  </a:avLst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901CEEA0-FD92-C364-6B7F-4FC0EA2CB57D}"/>
                    </a:ext>
                  </a:extLst>
                </p:cNvPr>
                <p:cNvSpPr/>
                <p:nvPr/>
              </p:nvSpPr>
              <p:spPr>
                <a:xfrm>
                  <a:off x="2376944" y="6256784"/>
                  <a:ext cx="1414800" cy="184881"/>
                </a:xfrm>
                <a:prstGeom prst="rect">
                  <a:avLst/>
                </a:prstGeom>
                <a:solidFill>
                  <a:srgbClr val="E6B8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ED8FFB5-A494-5530-9E73-0ACED0EC5088}"/>
                </a:ext>
              </a:extLst>
            </p:cNvPr>
            <p:cNvSpPr/>
            <p:nvPr/>
          </p:nvSpPr>
          <p:spPr>
            <a:xfrm>
              <a:off x="1847528" y="2420888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B5B3A15-8C70-4A74-2731-F1097A2B0541}"/>
                </a:ext>
              </a:extLst>
            </p:cNvPr>
            <p:cNvSpPr/>
            <p:nvPr/>
          </p:nvSpPr>
          <p:spPr>
            <a:xfrm>
              <a:off x="1847528" y="472514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49A1A4E-676D-3813-0FCB-54D0F2A22A65}"/>
                </a:ext>
              </a:extLst>
            </p:cNvPr>
            <p:cNvGrpSpPr/>
            <p:nvPr/>
          </p:nvGrpSpPr>
          <p:grpSpPr>
            <a:xfrm>
              <a:off x="8114366" y="4725144"/>
              <a:ext cx="181298" cy="331640"/>
              <a:chOff x="8114366" y="5229200"/>
              <a:chExt cx="181298" cy="33164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C5EB533-8B2B-DC62-3B05-4976A73862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910" y="522920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874B924-63E5-9733-8106-65E148610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0181" y="536644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1388FB4-604B-E329-B4BD-14C1D5E158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366" y="5229200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D8C474D-7663-6577-A0BB-D197BA3339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5690" y="5423144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212C533-8295-2669-D4B2-51957DE55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97B3DE3-6588-9386-592D-B45ECA433DF6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37129BD-3B03-E74C-9207-794A0C1E6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D54D9D-C632-97C7-5154-EA5D0B362993}"/>
                </a:ext>
              </a:extLst>
            </p:cNvPr>
            <p:cNvSpPr txBox="1"/>
            <p:nvPr/>
          </p:nvSpPr>
          <p:spPr>
            <a:xfrm>
              <a:off x="6470245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65207F0-A45C-E798-A37E-A897780677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1103" y="2568713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6297DA-00B6-4378-97E5-069CC11CC5BF}"/>
                </a:ext>
              </a:extLst>
            </p:cNvPr>
            <p:cNvSpPr txBox="1"/>
            <p:nvPr/>
          </p:nvSpPr>
          <p:spPr>
            <a:xfrm rot="19023903">
              <a:off x="4123208" y="3525498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effFlowLength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500FD54-175A-3386-DDCA-357178845909}"/>
                </a:ext>
              </a:extLst>
            </p:cNvPr>
            <p:cNvSpPr txBox="1"/>
            <p:nvPr/>
          </p:nvSpPr>
          <p:spPr>
            <a:xfrm>
              <a:off x="8048807" y="4332621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B2076FE-1203-4DBF-7E4E-A62F8018520A}"/>
                </a:ext>
              </a:extLst>
            </p:cNvPr>
            <p:cNvSpPr txBox="1"/>
            <p:nvPr/>
          </p:nvSpPr>
          <p:spPr>
            <a:xfrm>
              <a:off x="8448639" y="469507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3E5C3B2-8B92-3189-C852-E3FCFAEB0248}"/>
                </a:ext>
              </a:extLst>
            </p:cNvPr>
            <p:cNvCxnSpPr>
              <a:stCxn id="32" idx="1"/>
              <a:endCxn id="97" idx="3"/>
            </p:cNvCxnSpPr>
            <p:nvPr/>
          </p:nvCxnSpPr>
          <p:spPr>
            <a:xfrm flipH="1">
              <a:off x="8294910" y="4822037"/>
              <a:ext cx="153729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D3554FB-D83C-7FDD-83A1-3BCA458A8D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01" y="4590795"/>
              <a:ext cx="120907" cy="2137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D292F86-1488-69F4-0BC2-A04FD4FF46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6270" y="3284984"/>
              <a:ext cx="683100" cy="977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B6C6950-51F6-DE1D-EBB8-000024247CD4}"/>
                </a:ext>
              </a:extLst>
            </p:cNvPr>
            <p:cNvSpPr txBox="1"/>
            <p:nvPr/>
          </p:nvSpPr>
          <p:spPr>
            <a:xfrm>
              <a:off x="6895704" y="3065594"/>
              <a:ext cx="12298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63A14DD-B68D-8E92-9BFB-1A618CD5A91A}"/>
                </a:ext>
              </a:extLst>
            </p:cNvPr>
            <p:cNvSpPr/>
            <p:nvPr/>
          </p:nvSpPr>
          <p:spPr>
            <a:xfrm>
              <a:off x="1842570" y="514778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A77C7A8-1616-1C8F-593B-FB68DBF03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60C4064-3049-626A-593D-B2887BE605CC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29C1E5E-1265-447B-01B7-6ACAA42B5CDE}"/>
                </a:ext>
              </a:extLst>
            </p:cNvPr>
            <p:cNvSpPr txBox="1"/>
            <p:nvPr/>
          </p:nvSpPr>
          <p:spPr>
            <a:xfrm>
              <a:off x="1842570" y="5733256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1: U-shaped channel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4395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E84E4C7-51F7-A431-BC89-2DF217B86BC9}"/>
              </a:ext>
            </a:extLst>
          </p:cNvPr>
          <p:cNvGrpSpPr/>
          <p:nvPr/>
        </p:nvGrpSpPr>
        <p:grpSpPr>
          <a:xfrm>
            <a:off x="695404" y="1636218"/>
            <a:ext cx="9433043" cy="4404815"/>
            <a:chOff x="695404" y="1636218"/>
            <a:chExt cx="9433043" cy="440481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25FC5CA-86EE-D8CA-054C-44D172521EBC}"/>
                </a:ext>
              </a:extLst>
            </p:cNvPr>
            <p:cNvSpPr/>
            <p:nvPr/>
          </p:nvSpPr>
          <p:spPr>
            <a:xfrm>
              <a:off x="767408" y="1636218"/>
              <a:ext cx="9361039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AAA24DB5-E649-1631-6969-88F740D9C774}"/>
                </a:ext>
              </a:extLst>
            </p:cNvPr>
            <p:cNvSpPr/>
            <p:nvPr/>
          </p:nvSpPr>
          <p:spPr>
            <a:xfrm>
              <a:off x="1847528" y="3284984"/>
              <a:ext cx="7920879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EDB5C2-CB8C-B421-83EC-28EB03163D2E}"/>
                </a:ext>
              </a:extLst>
            </p:cNvPr>
            <p:cNvSpPr/>
            <p:nvPr/>
          </p:nvSpPr>
          <p:spPr>
            <a:xfrm>
              <a:off x="4295564" y="2857508"/>
              <a:ext cx="5472843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59356DF-4F0B-3E13-AC40-A8EB603439E8}"/>
                </a:ext>
              </a:extLst>
            </p:cNvPr>
            <p:cNvSpPr/>
            <p:nvPr/>
          </p:nvSpPr>
          <p:spPr>
            <a:xfrm>
              <a:off x="1847528" y="2852936"/>
              <a:ext cx="7920879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74CE6E-2D3D-A731-7B15-EB57643D1782}"/>
                </a:ext>
              </a:extLst>
            </p:cNvPr>
            <p:cNvSpPr/>
            <p:nvPr/>
          </p:nvSpPr>
          <p:spPr>
            <a:xfrm>
              <a:off x="4295564" y="2425460"/>
              <a:ext cx="5472843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2D0154E-A24F-95A5-670E-53D3A21B0444}"/>
                </a:ext>
              </a:extLst>
            </p:cNvPr>
            <p:cNvGrpSpPr/>
            <p:nvPr/>
          </p:nvGrpSpPr>
          <p:grpSpPr>
            <a:xfrm>
              <a:off x="1111184" y="4733401"/>
              <a:ext cx="1584176" cy="328897"/>
              <a:chOff x="2207568" y="6256784"/>
              <a:chExt cx="1584176" cy="328897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7D79A19-443D-FA66-092C-42C8A3778BA5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267036B5-B741-88BD-244D-517B183D40D4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E43F88C1-39E3-AFF7-8DC2-6AD9A326DAC9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4098282-4395-101F-D824-ACE60F366222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53574E6-534C-B4EB-2652-7909957E4FF8}"/>
                </a:ext>
              </a:extLst>
            </p:cNvPr>
            <p:cNvSpPr/>
            <p:nvPr/>
          </p:nvSpPr>
          <p:spPr>
            <a:xfrm>
              <a:off x="2173040" y="2560533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F6D221E-9851-D1EE-D431-0CD5210764A6}"/>
                </a:ext>
              </a:extLst>
            </p:cNvPr>
            <p:cNvSpPr/>
            <p:nvPr/>
          </p:nvSpPr>
          <p:spPr>
            <a:xfrm>
              <a:off x="2197779" y="2729949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A33F838D-7616-8DEB-4157-B08073A4E8AE}"/>
                </a:ext>
              </a:extLst>
            </p:cNvPr>
            <p:cNvSpPr/>
            <p:nvPr/>
          </p:nvSpPr>
          <p:spPr>
            <a:xfrm>
              <a:off x="6701918" y="258709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CE73D66A-3174-ABC4-32A4-826B97468123}"/>
                </a:ext>
              </a:extLst>
            </p:cNvPr>
            <p:cNvSpPr/>
            <p:nvPr/>
          </p:nvSpPr>
          <p:spPr>
            <a:xfrm>
              <a:off x="6718191" y="274804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607B514-B5F6-11F1-1859-0C7884B5368C}"/>
                </a:ext>
              </a:extLst>
            </p:cNvPr>
            <p:cNvGrpSpPr/>
            <p:nvPr/>
          </p:nvGrpSpPr>
          <p:grpSpPr>
            <a:xfrm>
              <a:off x="6710733" y="4729597"/>
              <a:ext cx="1584176" cy="328897"/>
              <a:chOff x="2207568" y="6256784"/>
              <a:chExt cx="1584176" cy="328897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0418794-A0FC-99A0-EE89-607262018902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04DD8FFA-DDAC-F564-4E19-7B3DB2AA53F8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A6B81EE1-ACB8-8248-34B1-8377559AF45F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CDE3DDF-A97B-D69B-B1A8-570397C8F836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64BD893-E3D7-0FC0-D31A-96BF2182D017}"/>
                </a:ext>
              </a:extLst>
            </p:cNvPr>
            <p:cNvGrpSpPr/>
            <p:nvPr/>
          </p:nvGrpSpPr>
          <p:grpSpPr>
            <a:xfrm>
              <a:off x="8114365" y="4725144"/>
              <a:ext cx="181298" cy="331640"/>
              <a:chOff x="8114366" y="5229200"/>
              <a:chExt cx="181298" cy="33164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60F90BC-D285-D34F-14D3-F93005E6D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910" y="522920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3A53812-A7B7-A3D1-E2F0-6502E69AE0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0181" y="536644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BA14F51-A08D-45D2-9DA6-D4C47B13AD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366" y="5229200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46CBC31-2A73-F76B-D53A-F8852FD300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5690" y="5423144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3130B4B-BF65-2AF8-6CED-B83310AB1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8656A58-40B9-27CE-A859-DE617D008F90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FBCBEC1-D458-99B7-9188-55C9C6BA4F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4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DD9AC83-6C98-965E-8DFB-626127D5A227}"/>
                </a:ext>
              </a:extLst>
            </p:cNvPr>
            <p:cNvSpPr txBox="1"/>
            <p:nvPr/>
          </p:nvSpPr>
          <p:spPr>
            <a:xfrm>
              <a:off x="6470244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F3C91FA-D67F-EEDC-9362-56412FE5531A}"/>
                </a:ext>
              </a:extLst>
            </p:cNvPr>
            <p:cNvSpPr txBox="1"/>
            <p:nvPr/>
          </p:nvSpPr>
          <p:spPr>
            <a:xfrm>
              <a:off x="8048806" y="4332621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34BBB7D-1E02-1A98-7996-A65A2E42FFEF}"/>
                </a:ext>
              </a:extLst>
            </p:cNvPr>
            <p:cNvSpPr txBox="1"/>
            <p:nvPr/>
          </p:nvSpPr>
          <p:spPr>
            <a:xfrm>
              <a:off x="8448638" y="469507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B596966-3B84-1101-5ECA-5E76717B53E5}"/>
                </a:ext>
              </a:extLst>
            </p:cNvPr>
            <p:cNvCxnSpPr>
              <a:cxnSpLocks/>
              <a:stCxn id="63" idx="1"/>
              <a:endCxn id="44" idx="3"/>
            </p:cNvCxnSpPr>
            <p:nvPr/>
          </p:nvCxnSpPr>
          <p:spPr>
            <a:xfrm flipH="1">
              <a:off x="8294909" y="4822037"/>
              <a:ext cx="153729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6FAA32A-FAE1-3E83-051B-0313E7209A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00" y="4590795"/>
              <a:ext cx="120907" cy="2137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33BE56B-5873-6528-608C-85DBAED7F0D1}"/>
                </a:ext>
              </a:extLst>
            </p:cNvPr>
            <p:cNvSpPr/>
            <p:nvPr/>
          </p:nvSpPr>
          <p:spPr>
            <a:xfrm>
              <a:off x="1842570" y="5147784"/>
              <a:ext cx="5472607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2CC322A-ED39-79A3-BC15-549B44E449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5FF3C64-11F0-8EFB-5EAF-D41BFED80B5A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188C4BF-77DC-DE7B-A210-696819F76C39}"/>
                </a:ext>
              </a:extLst>
            </p:cNvPr>
            <p:cNvGrpSpPr/>
            <p:nvPr/>
          </p:nvGrpSpPr>
          <p:grpSpPr>
            <a:xfrm>
              <a:off x="4511824" y="2564325"/>
              <a:ext cx="4994072" cy="322549"/>
              <a:chOff x="4511824" y="2564325"/>
              <a:chExt cx="4994073" cy="322549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E35DB566-B32A-9566-DCED-741EA2937031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1A9E7B0-E60D-6121-F2E0-3B8DB1461B97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92058BB-EC40-AF77-B7A5-B2972F25269A}"/>
                </a:ext>
              </a:extLst>
            </p:cNvPr>
            <p:cNvGrpSpPr/>
            <p:nvPr/>
          </p:nvGrpSpPr>
          <p:grpSpPr>
            <a:xfrm>
              <a:off x="3744248" y="3289115"/>
              <a:ext cx="4994072" cy="322549"/>
              <a:chOff x="4511824" y="2564325"/>
              <a:chExt cx="4994073" cy="322549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7A13334D-5501-6317-9054-A160356A8D3C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D5A767F-F3C6-0185-10E3-10F84A0A34AD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194A594-52FF-345B-8D5A-ECE63CC3F29F}"/>
                </a:ext>
              </a:extLst>
            </p:cNvPr>
            <p:cNvGrpSpPr/>
            <p:nvPr/>
          </p:nvGrpSpPr>
          <p:grpSpPr>
            <a:xfrm>
              <a:off x="3347822" y="3651510"/>
              <a:ext cx="4994072" cy="322549"/>
              <a:chOff x="4511824" y="2564325"/>
              <a:chExt cx="4994073" cy="322549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358E2EC0-3B49-D15A-2B42-5E3969814088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DE7D762-5EC8-473A-972E-0852B205927F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1E55FF5-B013-2E3D-653D-AD3D3A502611}"/>
                </a:ext>
              </a:extLst>
            </p:cNvPr>
            <p:cNvGrpSpPr/>
            <p:nvPr/>
          </p:nvGrpSpPr>
          <p:grpSpPr>
            <a:xfrm>
              <a:off x="2956118" y="4013905"/>
              <a:ext cx="4994072" cy="322549"/>
              <a:chOff x="4511824" y="2564325"/>
              <a:chExt cx="4994073" cy="322549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FF6556D-255B-8E43-F150-2E656A4DA1B4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E42D48F-F442-06BE-9AB5-8F6CB3095086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0F15039-9524-BBCE-912A-9E26621DE489}"/>
                </a:ext>
              </a:extLst>
            </p:cNvPr>
            <p:cNvGrpSpPr/>
            <p:nvPr/>
          </p:nvGrpSpPr>
          <p:grpSpPr>
            <a:xfrm>
              <a:off x="2563650" y="4376300"/>
              <a:ext cx="4994072" cy="322549"/>
              <a:chOff x="4511824" y="2564325"/>
              <a:chExt cx="4994073" cy="322549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C5A6BA05-A2D3-0547-FD39-B5BFAB1090E0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7045A935-4FB5-5671-6A13-B9E1AB7CB34A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F738B74C-665C-3BD1-EF42-FBCFEC6F4495}"/>
                </a:ext>
              </a:extLst>
            </p:cNvPr>
            <p:cNvGrpSpPr/>
            <p:nvPr/>
          </p:nvGrpSpPr>
          <p:grpSpPr>
            <a:xfrm>
              <a:off x="4106718" y="2926720"/>
              <a:ext cx="4994072" cy="322549"/>
              <a:chOff x="4511824" y="2564325"/>
              <a:chExt cx="4994073" cy="322549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88F1887-4E82-A831-A5C8-A3FF4C376FD0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6C2652C-3DF9-52E4-42E2-81B2C86DE4C8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92" name="Parallelogram 91">
              <a:extLst>
                <a:ext uri="{FF2B5EF4-FFF2-40B4-BE49-F238E27FC236}">
                  <a16:creationId xmlns:a16="http://schemas.microsoft.com/office/drawing/2014/main" id="{0EDA9D3A-01C2-B7B0-EA0E-BB7CB2D495D3}"/>
                </a:ext>
              </a:extLst>
            </p:cNvPr>
            <p:cNvSpPr/>
            <p:nvPr/>
          </p:nvSpPr>
          <p:spPr>
            <a:xfrm>
              <a:off x="1847528" y="2420888"/>
              <a:ext cx="7920879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D9E5EB0-BD8D-5FFB-072F-14FB40D191D5}"/>
                </a:ext>
              </a:extLst>
            </p:cNvPr>
            <p:cNvSpPr/>
            <p:nvPr/>
          </p:nvSpPr>
          <p:spPr>
            <a:xfrm>
              <a:off x="1847528" y="4725144"/>
              <a:ext cx="5472607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4EF8904-EF7C-F261-7231-837A55A2276F}"/>
                </a:ext>
              </a:extLst>
            </p:cNvPr>
            <p:cNvSpPr txBox="1"/>
            <p:nvPr/>
          </p:nvSpPr>
          <p:spPr>
            <a:xfrm rot="19053935">
              <a:off x="5014408" y="3216730"/>
              <a:ext cx="12298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5D2D33B-C987-F8F3-DFB0-FB79D5E2C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3058" y="3262340"/>
              <a:ext cx="396846" cy="37947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EB08533-29FE-DB04-4A70-177A32E23803}"/>
                </a:ext>
              </a:extLst>
            </p:cNvPr>
            <p:cNvSpPr txBox="1"/>
            <p:nvPr/>
          </p:nvSpPr>
          <p:spPr>
            <a:xfrm>
              <a:off x="1842570" y="5733256"/>
              <a:ext cx="5189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1: Parallel channel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237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FCCE-EA4F-16B8-2CF8-A107F2D3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0D7A56A-BC53-02EC-BDBD-01A9DD632D40}"/>
              </a:ext>
            </a:extLst>
          </p:cNvPr>
          <p:cNvGrpSpPr>
            <a:grpSpLocks noChangeAspect="1"/>
          </p:cNvGrpSpPr>
          <p:nvPr/>
        </p:nvGrpSpPr>
        <p:grpSpPr>
          <a:xfrm>
            <a:off x="695404" y="1636218"/>
            <a:ext cx="9433043" cy="4404815"/>
            <a:chOff x="695404" y="1636218"/>
            <a:chExt cx="9433044" cy="4404815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077A7F2-59B2-7C00-3F3C-9DE0EE6AB430}"/>
                </a:ext>
              </a:extLst>
            </p:cNvPr>
            <p:cNvSpPr/>
            <p:nvPr/>
          </p:nvSpPr>
          <p:spPr>
            <a:xfrm>
              <a:off x="767408" y="1636218"/>
              <a:ext cx="9361040" cy="4404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7BC77DFF-A8BC-19A4-EEA9-12EE044F0DC8}"/>
                </a:ext>
              </a:extLst>
            </p:cNvPr>
            <p:cNvSpPr/>
            <p:nvPr/>
          </p:nvSpPr>
          <p:spPr>
            <a:xfrm>
              <a:off x="1847528" y="3284984"/>
              <a:ext cx="7920880" cy="2304256"/>
            </a:xfrm>
            <a:prstGeom prst="parallelogram">
              <a:avLst>
                <a:gd name="adj" fmla="val 106289"/>
              </a:avLst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A99335B-569C-F28C-D10D-9334A7075A3E}"/>
                </a:ext>
              </a:extLst>
            </p:cNvPr>
            <p:cNvSpPr/>
            <p:nvPr/>
          </p:nvSpPr>
          <p:spPr>
            <a:xfrm>
              <a:off x="4295564" y="2857508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7DD27FDF-05D3-9395-8BF3-4ACA418DBB6A}"/>
                </a:ext>
              </a:extLst>
            </p:cNvPr>
            <p:cNvSpPr/>
            <p:nvPr/>
          </p:nvSpPr>
          <p:spPr>
            <a:xfrm>
              <a:off x="1847528" y="2852936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69E88D-5EE1-748B-1AC1-69FE3F93E054}"/>
                </a:ext>
              </a:extLst>
            </p:cNvPr>
            <p:cNvSpPr/>
            <p:nvPr/>
          </p:nvSpPr>
          <p:spPr>
            <a:xfrm>
              <a:off x="4295564" y="2425460"/>
              <a:ext cx="5472844" cy="432048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B6FFB2C-E1FA-4896-F1EE-52FCB4189168}"/>
                </a:ext>
              </a:extLst>
            </p:cNvPr>
            <p:cNvGrpSpPr/>
            <p:nvPr/>
          </p:nvGrpSpPr>
          <p:grpSpPr>
            <a:xfrm>
              <a:off x="1111184" y="4733401"/>
              <a:ext cx="1584176" cy="328897"/>
              <a:chOff x="2207568" y="6256784"/>
              <a:chExt cx="1584176" cy="328897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EF230B1-7158-B61D-8766-213C15CD2919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7079AFBF-2980-65D2-A1D2-81AA2BC580DB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4FBF1143-83FF-3C1E-6683-2ACE8892FEC8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C5BB9D9-C659-3E83-DE88-20595C6C5C60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39A917E-2C34-0FA8-AE94-1F0F76361DB6}"/>
                </a:ext>
              </a:extLst>
            </p:cNvPr>
            <p:cNvSpPr/>
            <p:nvPr/>
          </p:nvSpPr>
          <p:spPr>
            <a:xfrm>
              <a:off x="2173040" y="2560533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8E9C199-7EB4-A62D-C518-65509901C768}"/>
                </a:ext>
              </a:extLst>
            </p:cNvPr>
            <p:cNvSpPr/>
            <p:nvPr/>
          </p:nvSpPr>
          <p:spPr>
            <a:xfrm>
              <a:off x="2197779" y="2729949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F5182123-BC2F-7681-2B31-08C7961DD0D2}"/>
                </a:ext>
              </a:extLst>
            </p:cNvPr>
            <p:cNvSpPr/>
            <p:nvPr/>
          </p:nvSpPr>
          <p:spPr>
            <a:xfrm>
              <a:off x="6701919" y="258709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9AB66D6-6FC1-F097-0BFC-EEE5DCE36A1E}"/>
                </a:ext>
              </a:extLst>
            </p:cNvPr>
            <p:cNvSpPr/>
            <p:nvPr/>
          </p:nvSpPr>
          <p:spPr>
            <a:xfrm>
              <a:off x="6718192" y="2748048"/>
              <a:ext cx="2803978" cy="2304256"/>
            </a:xfrm>
            <a:prstGeom prst="parallelogram">
              <a:avLst>
                <a:gd name="adj" fmla="val 106289"/>
              </a:avLst>
            </a:prstGeom>
            <a:solidFill>
              <a:srgbClr val="E6B8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270330B-9EAD-035E-9037-C97CD3E79799}"/>
                </a:ext>
              </a:extLst>
            </p:cNvPr>
            <p:cNvGrpSpPr/>
            <p:nvPr/>
          </p:nvGrpSpPr>
          <p:grpSpPr>
            <a:xfrm>
              <a:off x="6710734" y="4729597"/>
              <a:ext cx="1584176" cy="328897"/>
              <a:chOff x="2207568" y="6256784"/>
              <a:chExt cx="1584176" cy="328897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ECE11D7-7F69-65EA-D752-A86B11E36658}"/>
                  </a:ext>
                </a:extLst>
              </p:cNvPr>
              <p:cNvSpPr/>
              <p:nvPr/>
            </p:nvSpPr>
            <p:spPr>
              <a:xfrm>
                <a:off x="2207568" y="6400800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2" name="Parallelogram 41">
                <a:extLst>
                  <a:ext uri="{FF2B5EF4-FFF2-40B4-BE49-F238E27FC236}">
                    <a16:creationId xmlns:a16="http://schemas.microsoft.com/office/drawing/2014/main" id="{44B1C81C-5CB6-C9E3-6D0E-7E84D79E75CA}"/>
                  </a:ext>
                </a:extLst>
              </p:cNvPr>
              <p:cNvSpPr/>
              <p:nvPr/>
            </p:nvSpPr>
            <p:spPr>
              <a:xfrm>
                <a:off x="2209007" y="6256784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2F109B97-8CD2-E3FE-6E36-BBE4CA4B4C4F}"/>
                  </a:ext>
                </a:extLst>
              </p:cNvPr>
              <p:cNvSpPr/>
              <p:nvPr/>
            </p:nvSpPr>
            <p:spPr>
              <a:xfrm>
                <a:off x="2209007" y="6441665"/>
                <a:ext cx="1582737" cy="144016"/>
              </a:xfrm>
              <a:prstGeom prst="parallelogram">
                <a:avLst>
                  <a:gd name="adj" fmla="val 118702"/>
                </a:avLst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91F28CB-8251-D5E2-F2D0-E350AB925F5E}"/>
                  </a:ext>
                </a:extLst>
              </p:cNvPr>
              <p:cNvSpPr/>
              <p:nvPr/>
            </p:nvSpPr>
            <p:spPr>
              <a:xfrm>
                <a:off x="2376944" y="6256784"/>
                <a:ext cx="1414800" cy="18488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DF7BC67-C11A-5312-B21C-79D40F908758}"/>
                </a:ext>
              </a:extLst>
            </p:cNvPr>
            <p:cNvGrpSpPr/>
            <p:nvPr/>
          </p:nvGrpSpPr>
          <p:grpSpPr>
            <a:xfrm>
              <a:off x="8114366" y="4725144"/>
              <a:ext cx="181298" cy="331640"/>
              <a:chOff x="8114366" y="5229200"/>
              <a:chExt cx="181298" cy="331640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220A691-1B9E-91A5-03FA-D1C37AC5F3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910" y="522920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B008BFE-178B-3FF9-C61B-C5024F9A92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20181" y="5366440"/>
                <a:ext cx="0" cy="19440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AD9FC07-114E-402E-E207-42EC28EAED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4366" y="5229200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9CE334C-CC0A-05F9-DDB0-98451EB781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5690" y="5423144"/>
                <a:ext cx="179974" cy="137226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05CCA0F-6228-9069-9F61-2BCE969477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304" y="2277984"/>
              <a:ext cx="2568487" cy="24277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A9AD94D-05C3-B199-8582-87F8A35C605A}"/>
                </a:ext>
              </a:extLst>
            </p:cNvPr>
            <p:cNvSpPr txBox="1"/>
            <p:nvPr/>
          </p:nvSpPr>
          <p:spPr>
            <a:xfrm rot="19023903">
              <a:off x="2462528" y="3251373"/>
              <a:ext cx="8498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cpLength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9250347-EEDD-1409-8859-95A3CB67D0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48461" y="2239888"/>
              <a:ext cx="5591955" cy="1361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BB6C57-D45A-C4C2-DC52-B84D233FFACB}"/>
                </a:ext>
              </a:extLst>
            </p:cNvPr>
            <p:cNvSpPr txBox="1"/>
            <p:nvPr/>
          </p:nvSpPr>
          <p:spPr>
            <a:xfrm>
              <a:off x="6470245" y="1998328"/>
              <a:ext cx="84989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cpWidth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5202E1F-2984-4C83-C3AB-543033DE1744}"/>
                </a:ext>
              </a:extLst>
            </p:cNvPr>
            <p:cNvSpPr txBox="1"/>
            <p:nvPr/>
          </p:nvSpPr>
          <p:spPr>
            <a:xfrm>
              <a:off x="8048807" y="4332621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channelWidth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5EA4E9-17E5-670B-5235-1A60AFB5C221}"/>
                </a:ext>
              </a:extLst>
            </p:cNvPr>
            <p:cNvSpPr txBox="1"/>
            <p:nvPr/>
          </p:nvSpPr>
          <p:spPr>
            <a:xfrm>
              <a:off x="8448639" y="4695079"/>
              <a:ext cx="13966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channelHeight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0C274CD-A65A-6660-CE6C-1C752F310C50}"/>
                </a:ext>
              </a:extLst>
            </p:cNvPr>
            <p:cNvCxnSpPr>
              <a:cxnSpLocks/>
              <a:stCxn id="63" idx="1"/>
              <a:endCxn id="44" idx="3"/>
            </p:cNvCxnSpPr>
            <p:nvPr/>
          </p:nvCxnSpPr>
          <p:spPr>
            <a:xfrm flipH="1">
              <a:off x="8294910" y="4822037"/>
              <a:ext cx="153729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75A7925-C8EC-C994-38F5-C328F7482B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69401" y="4590795"/>
              <a:ext cx="120907" cy="2137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EAF6548-64D1-12B2-7D13-6CE904985056}"/>
                </a:ext>
              </a:extLst>
            </p:cNvPr>
            <p:cNvSpPr/>
            <p:nvPr/>
          </p:nvSpPr>
          <p:spPr>
            <a:xfrm>
              <a:off x="1842570" y="514778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E948289-7083-FE5D-B8EB-803513DCE3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0865" y="5147784"/>
              <a:ext cx="0" cy="45268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B8C01A1-8AB9-2998-F9F6-574DCDE7898F}"/>
                </a:ext>
              </a:extLst>
            </p:cNvPr>
            <p:cNvSpPr txBox="1"/>
            <p:nvPr/>
          </p:nvSpPr>
          <p:spPr>
            <a:xfrm>
              <a:off x="695404" y="5281963"/>
              <a:ext cx="10702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cpThickness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75B17A89-51D5-F687-793C-0A0CE7EA057F}"/>
                </a:ext>
              </a:extLst>
            </p:cNvPr>
            <p:cNvGrpSpPr/>
            <p:nvPr/>
          </p:nvGrpSpPr>
          <p:grpSpPr>
            <a:xfrm>
              <a:off x="4511824" y="2564325"/>
              <a:ext cx="4994073" cy="322549"/>
              <a:chOff x="4511824" y="2564325"/>
              <a:chExt cx="4994073" cy="322549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4B6055B-403A-A176-EBB3-F3191D6F3F95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B8C0B86-F361-DAB4-8988-36AB5FADF1F5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35786AA7-D0D4-F1BE-0602-6BD9B10DDABF}"/>
                </a:ext>
              </a:extLst>
            </p:cNvPr>
            <p:cNvGrpSpPr/>
            <p:nvPr/>
          </p:nvGrpSpPr>
          <p:grpSpPr>
            <a:xfrm>
              <a:off x="3744248" y="3289115"/>
              <a:ext cx="4994073" cy="322549"/>
              <a:chOff x="4511824" y="2564325"/>
              <a:chExt cx="4994073" cy="322549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122BF38-F8B1-2DA5-8D53-B2C6B2993DAF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7D1C1C7-D330-C898-4287-7BEDB0240B04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0A5B530-4201-9B97-B5BF-DC192108B159}"/>
                </a:ext>
              </a:extLst>
            </p:cNvPr>
            <p:cNvGrpSpPr/>
            <p:nvPr/>
          </p:nvGrpSpPr>
          <p:grpSpPr>
            <a:xfrm>
              <a:off x="3347822" y="3651510"/>
              <a:ext cx="4994073" cy="322549"/>
              <a:chOff x="4511824" y="2564325"/>
              <a:chExt cx="4994073" cy="322549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5900998-EC0F-A6DC-2512-2579F77C25DF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A2D83DD-C2E2-6F76-6F41-6015EE0B8959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612FBD0-6878-FBDB-FD98-A69EEF93943C}"/>
                </a:ext>
              </a:extLst>
            </p:cNvPr>
            <p:cNvGrpSpPr/>
            <p:nvPr/>
          </p:nvGrpSpPr>
          <p:grpSpPr>
            <a:xfrm>
              <a:off x="2956118" y="4013905"/>
              <a:ext cx="4994073" cy="322549"/>
              <a:chOff x="4511824" y="2564325"/>
              <a:chExt cx="4994073" cy="322549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70C3CD0-E04B-5A83-1071-80914E6A6F4A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0938540-A70F-6519-6C25-88B57BA4F2D6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29C7B59-52E0-2C41-4C02-E1752F4579BD}"/>
                </a:ext>
              </a:extLst>
            </p:cNvPr>
            <p:cNvGrpSpPr/>
            <p:nvPr/>
          </p:nvGrpSpPr>
          <p:grpSpPr>
            <a:xfrm>
              <a:off x="2563650" y="4376300"/>
              <a:ext cx="4994073" cy="322549"/>
              <a:chOff x="4511824" y="2564325"/>
              <a:chExt cx="4994073" cy="322549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B74A2DD-2E86-E539-6BE2-8BEFA594C0B1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95BBE4FA-9CD5-0B3D-C862-D7D22518FF4C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A237922-7DFA-222C-62F9-821692B8267B}"/>
                </a:ext>
              </a:extLst>
            </p:cNvPr>
            <p:cNvGrpSpPr/>
            <p:nvPr/>
          </p:nvGrpSpPr>
          <p:grpSpPr>
            <a:xfrm>
              <a:off x="4106718" y="2926720"/>
              <a:ext cx="4994073" cy="322549"/>
              <a:chOff x="4511824" y="2564325"/>
              <a:chExt cx="4994073" cy="322549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BEF2672C-24D7-EF26-614E-7E785901A2CE}"/>
                  </a:ext>
                </a:extLst>
              </p:cNvPr>
              <p:cNvSpPr/>
              <p:nvPr/>
            </p:nvSpPr>
            <p:spPr>
              <a:xfrm>
                <a:off x="4641918" y="2564325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938F4D57-CC54-7BD8-86AA-436BA5AC4E96}"/>
                  </a:ext>
                </a:extLst>
              </p:cNvPr>
              <p:cNvSpPr/>
              <p:nvPr/>
            </p:nvSpPr>
            <p:spPr>
              <a:xfrm>
                <a:off x="4511824" y="2683513"/>
                <a:ext cx="4863979" cy="203361"/>
              </a:xfrm>
              <a:prstGeom prst="rect">
                <a:avLst/>
              </a:prstGeom>
              <a:solidFill>
                <a:srgbClr val="E6B8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92" name="Parallelogram 91">
              <a:extLst>
                <a:ext uri="{FF2B5EF4-FFF2-40B4-BE49-F238E27FC236}">
                  <a16:creationId xmlns:a16="http://schemas.microsoft.com/office/drawing/2014/main" id="{142D985F-F017-BB60-0A99-67DD97FCDBC7}"/>
                </a:ext>
              </a:extLst>
            </p:cNvPr>
            <p:cNvSpPr/>
            <p:nvPr/>
          </p:nvSpPr>
          <p:spPr>
            <a:xfrm>
              <a:off x="1847528" y="2420888"/>
              <a:ext cx="7920880" cy="2304256"/>
            </a:xfrm>
            <a:prstGeom prst="parallelogram">
              <a:avLst>
                <a:gd name="adj" fmla="val 106289"/>
              </a:avLst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0340DBD-4103-AC7B-F113-496D242FE79A}"/>
                </a:ext>
              </a:extLst>
            </p:cNvPr>
            <p:cNvSpPr/>
            <p:nvPr/>
          </p:nvSpPr>
          <p:spPr>
            <a:xfrm>
              <a:off x="1847528" y="4725144"/>
              <a:ext cx="5472608" cy="432048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91251B4-5B59-76DF-01C6-E3A3DC1EA6B5}"/>
                </a:ext>
              </a:extLst>
            </p:cNvPr>
            <p:cNvSpPr txBox="1"/>
            <p:nvPr/>
          </p:nvSpPr>
          <p:spPr>
            <a:xfrm rot="19053935">
              <a:off x="5014408" y="3216730"/>
              <a:ext cx="12298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channelPitch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6F04025-544F-38C4-374A-0439C6688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13059" y="3262340"/>
              <a:ext cx="396846" cy="37947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7C8FF65-26E8-2159-DA00-34F91DFF0DE4}"/>
                </a:ext>
              </a:extLst>
            </p:cNvPr>
            <p:cNvSpPr txBox="1"/>
            <p:nvPr/>
          </p:nvSpPr>
          <p:spPr>
            <a:xfrm>
              <a:off x="1842570" y="5733256"/>
              <a:ext cx="51895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Arial" pitchFamily="34" charset="0"/>
                  <a:cs typeface="Arial" pitchFamily="34" charset="0"/>
                </a:rPr>
                <a:t>Figure 2: Parallel channel configuration </a:t>
              </a:r>
              <a:endParaRPr 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582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9" name="Group 1348">
            <a:extLst>
              <a:ext uri="{FF2B5EF4-FFF2-40B4-BE49-F238E27FC236}">
                <a16:creationId xmlns:a16="http://schemas.microsoft.com/office/drawing/2014/main" id="{E8119FE2-6915-4ECC-507C-208BEE0C7F09}"/>
              </a:ext>
            </a:extLst>
          </p:cNvPr>
          <p:cNvGrpSpPr/>
          <p:nvPr/>
        </p:nvGrpSpPr>
        <p:grpSpPr>
          <a:xfrm>
            <a:off x="767408" y="2238482"/>
            <a:ext cx="10369152" cy="2457815"/>
            <a:chOff x="767408" y="2238482"/>
            <a:chExt cx="10369152" cy="2457815"/>
          </a:xfrm>
        </p:grpSpPr>
        <p:pic>
          <p:nvPicPr>
            <p:cNvPr id="1348" name="Picture 1347">
              <a:extLst>
                <a:ext uri="{FF2B5EF4-FFF2-40B4-BE49-F238E27FC236}">
                  <a16:creationId xmlns:a16="http://schemas.microsoft.com/office/drawing/2014/main" id="{DF2A5AB9-694B-6A2D-746D-366C0A045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9329" y="2238482"/>
              <a:ext cx="5187231" cy="2457815"/>
            </a:xfrm>
            <a:prstGeom prst="rect">
              <a:avLst/>
            </a:prstGeom>
          </p:spPr>
        </p:pic>
        <p:pic>
          <p:nvPicPr>
            <p:cNvPr id="1224" name="Picture 1223">
              <a:extLst>
                <a:ext uri="{FF2B5EF4-FFF2-40B4-BE49-F238E27FC236}">
                  <a16:creationId xmlns:a16="http://schemas.microsoft.com/office/drawing/2014/main" id="{8B751A68-44E4-73EE-2A50-E5CA158C6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7408" y="2238482"/>
              <a:ext cx="5187231" cy="2457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7001325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7" id="{7F429C90-EEDB-924E-9995-A9A694733E71}" vid="{62B75ADE-6AC1-394A-A565-987AAA9069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BDF109259C3742B70118398EA662DF" ma:contentTypeVersion="4" ma:contentTypeDescription="Create a new document." ma:contentTypeScope="" ma:versionID="739f9c85490d5e8d428cdd675dd8c7cd">
  <xsd:schema xmlns:xsd="http://www.w3.org/2001/XMLSchema" xmlns:xs="http://www.w3.org/2001/XMLSchema" xmlns:p="http://schemas.microsoft.com/office/2006/metadata/properties" xmlns:ns2="c0427815-c159-405c-a9c3-9204bd95a48e" targetNamespace="http://schemas.microsoft.com/office/2006/metadata/properties" ma:root="true" ma:fieldsID="3e30fb21375f54844de811bb38b6912f" ns2:_="">
    <xsd:import namespace="c0427815-c159-405c-a9c3-9204bd95a4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27815-c159-405c-a9c3-9204bd95a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83B886A-FCC7-4CFA-98AF-7EF1C1F11B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27815-c159-405c-a9c3-9204bd95a4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B851B7-D313-4E85-A1E0-5976CFE11EC3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19f94994-4311-4823-a682-47492cb9e3e3"/>
    <ds:schemaRef ds:uri="http://schemas.microsoft.com/office/2006/metadata/properties"/>
    <ds:schemaRef ds:uri="http://purl.org/dc/elements/1.1/"/>
    <ds:schemaRef ds:uri="http://schemas.microsoft.com/sharepoint/v3"/>
    <ds:schemaRef ds:uri="a70944c9-f5be-4b0f-89c7-00caf47c665c"/>
  </ds:schemaRefs>
</ds:datastoreItem>
</file>

<file path=customXml/itemProps3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MathWorks Public PowerPoint Template</Template>
  <TotalTime>2739</TotalTime>
  <Words>87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Wingdings</vt:lpstr>
      <vt:lpstr>MW_Public_widescreen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Eva Pelster</dc:creator>
  <cp:keywords>Version 25.1</cp:keywords>
  <dc:description/>
  <cp:lastModifiedBy>Eva Pelster</cp:lastModifiedBy>
  <cp:revision>12</cp:revision>
  <dcterms:created xsi:type="dcterms:W3CDTF">2025-11-13T14:10:53Z</dcterms:created>
  <dcterms:modified xsi:type="dcterms:W3CDTF">2025-12-19T13:53:52Z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0x010100E8BDF109259C3742B70118398EA662DF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MediaServiceImageTags">
    <vt:lpwstr/>
  </property>
</Properties>
</file>