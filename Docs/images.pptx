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75" r:id="rId5"/>
    <p:sldId id="276" r:id="rId6"/>
    <p:sldId id="278" r:id="rId7"/>
    <p:sldId id="27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B85C"/>
    <a:srgbClr val="FF0000"/>
    <a:srgbClr val="FF6400"/>
    <a:srgbClr val="228B22"/>
    <a:srgbClr val="A020F6"/>
    <a:srgbClr val="0000FF"/>
    <a:srgbClr val="636569"/>
    <a:srgbClr val="715091"/>
    <a:srgbClr val="176DAD"/>
    <a:srgbClr val="0D78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39" autoAdjust="0"/>
    <p:restoredTop sz="94660"/>
  </p:normalViewPr>
  <p:slideViewPr>
    <p:cSldViewPr>
      <p:cViewPr varScale="1">
        <p:scale>
          <a:sx n="138" d="100"/>
          <a:sy n="138" d="100"/>
        </p:scale>
        <p:origin x="108" y="516"/>
      </p:cViewPr>
      <p:guideLst>
        <p:guide orient="horz" pos="2160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02" d="100"/>
          <a:sy n="102" d="100"/>
        </p:scale>
        <p:origin x="352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93C83-2184-4286-ABE1-941A40B40C8F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603001-E0F2-47E5-A338-816CC267AF6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57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53241F-7ED4-45AC-844C-15DB0D5F9CCD}" type="datetimeFigureOut">
              <a:rPr lang="en-US" smtClean="0"/>
              <a:pPr/>
              <a:t>11/27/2025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3B8C3-A209-4A55-9261-22C2A02B31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08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ackground" descr="bluemesh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067" y="1287"/>
            <a:ext cx="12209092" cy="6856713"/>
          </a:xfrm>
          <a:prstGeom prst="rect">
            <a:avLst/>
          </a:prstGeom>
        </p:spPr>
      </p:pic>
      <p:sp>
        <p:nvSpPr>
          <p:cNvPr id="21" name="Title"/>
          <p:cNvSpPr>
            <a:spLocks noGrp="1"/>
          </p:cNvSpPr>
          <p:nvPr>
            <p:ph type="ctrTitle"/>
          </p:nvPr>
        </p:nvSpPr>
        <p:spPr>
          <a:xfrm>
            <a:off x="914400" y="914400"/>
            <a:ext cx="10363200" cy="1828800"/>
          </a:xfrm>
        </p:spPr>
        <p:txBody>
          <a:bodyPr/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ubtitle"/>
          <p:cNvSpPr>
            <a:spLocks noGrp="1"/>
          </p:cNvSpPr>
          <p:nvPr>
            <p:ph type="subTitle" idx="1"/>
          </p:nvPr>
        </p:nvSpPr>
        <p:spPr>
          <a:xfrm>
            <a:off x="914400" y="3203579"/>
            <a:ext cx="10363200" cy="987425"/>
          </a:xfrm>
        </p:spPr>
        <p:txBody>
          <a:bodyPr>
            <a:normAutofit/>
          </a:bodyPr>
          <a:lstStyle>
            <a:lvl1pPr marL="0" indent="0" algn="l">
              <a:buNone/>
              <a:defRPr sz="1604" b="0">
                <a:solidFill>
                  <a:schemeClr val="tx1"/>
                </a:solidFill>
              </a:defRPr>
            </a:lvl1pPr>
            <a:lvl2pPr marL="458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0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7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3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6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3" name="Copyright"/>
          <p:cNvSpPr txBox="1"/>
          <p:nvPr userDrawn="1"/>
        </p:nvSpPr>
        <p:spPr>
          <a:xfrm>
            <a:off x="10227052" y="6527632"/>
            <a:ext cx="2438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© </a:t>
            </a:r>
            <a:fld id="{7A5DCF06-F24C-994E-9BEC-4325F534396F}" type="datetimeyyyy">
              <a:rPr lang="en-US" sz="1003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</a:t>
            </a:fld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The MathWorks, Inc.</a:t>
            </a:r>
          </a:p>
        </p:txBody>
      </p:sp>
      <p:cxnSp>
        <p:nvCxnSpPr>
          <p:cNvPr id="26" name="GrayLine"/>
          <p:cNvCxnSpPr/>
          <p:nvPr userDrawn="1"/>
        </p:nvCxnSpPr>
        <p:spPr>
          <a:xfrm>
            <a:off x="-4067" y="4376652"/>
            <a:ext cx="12209092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Logo" descr="09_MW_logo_CMYK_REV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330730" y="141139"/>
            <a:ext cx="1620665" cy="320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 sz="2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09602" y="1600200"/>
            <a:ext cx="10769600" cy="4648200"/>
          </a:xfrm>
        </p:spPr>
        <p:txBody>
          <a:bodyPr/>
          <a:lstStyle>
            <a:lvl1pPr>
              <a:buSzPct val="75000"/>
              <a:defRPr sz="2400"/>
            </a:lvl1pPr>
            <a:lvl2pPr>
              <a:lnSpc>
                <a:spcPct val="105000"/>
              </a:lnSpc>
              <a:defRPr sz="2000"/>
            </a:lvl2pPr>
            <a:lvl3pPr>
              <a:lnSpc>
                <a:spcPct val="105000"/>
              </a:lnSpc>
              <a:buSzPct val="75000"/>
              <a:defRPr sz="1604"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09600" y="457200"/>
            <a:ext cx="9448800" cy="990600"/>
          </a:xfrm>
        </p:spPr>
        <p:txBody>
          <a:bodyPr anchor="t" anchorCtr="0"/>
          <a:lstStyle>
            <a:lvl1pPr algn="l">
              <a:defRPr sz="2800" b="0" i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"/>
          <p:cNvSpPr>
            <a:spLocks noGrp="1"/>
          </p:cNvSpPr>
          <p:nvPr>
            <p:ph sz="half" idx="10" hasCustomPrompt="1"/>
          </p:nvPr>
        </p:nvSpPr>
        <p:spPr>
          <a:xfrm>
            <a:off x="609601" y="2819400"/>
            <a:ext cx="5080001" cy="3200400"/>
          </a:xfrm>
        </p:spPr>
        <p:txBody>
          <a:bodyPr/>
          <a:lstStyle>
            <a:lvl1pPr>
              <a:buClr>
                <a:srgbClr val="125687"/>
              </a:buClr>
              <a:buSzTx/>
              <a:defRPr sz="1800" baseline="0"/>
            </a:lvl1pPr>
            <a:lvl2pPr>
              <a:defRPr sz="1604"/>
            </a:lvl2pPr>
            <a:lvl3pPr>
              <a:buNone/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>
              <a:buClr>
                <a:srgbClr val="125687"/>
              </a:buClr>
              <a:buSzTx/>
            </a:pPr>
            <a:r>
              <a:rPr lang="en-US" dirty="0"/>
              <a:t>Click to add b</a:t>
            </a:r>
            <a:r>
              <a:rPr lang="en-US" sz="1805" dirty="0">
                <a:solidFill>
                  <a:prstClr val="black"/>
                </a:solidFill>
              </a:rPr>
              <a:t>rief summary and benefits of feature (ideally three bullets)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Headline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1" y="1600200"/>
            <a:ext cx="5080001" cy="838200"/>
          </a:xfrm>
        </p:spPr>
        <p:txBody>
          <a:bodyPr anchor="t"/>
          <a:lstStyle>
            <a:lvl1pPr marL="0" indent="0" algn="l">
              <a:buNone/>
              <a:defRPr sz="2000" b="0" i="0" baseline="0"/>
            </a:lvl1pPr>
          </a:lstStyle>
          <a:p>
            <a:pPr lvl="0"/>
            <a:r>
              <a:rPr lang="en-US" dirty="0"/>
              <a:t>Click to add headline</a:t>
            </a:r>
            <a:r>
              <a:rPr lang="en-US" sz="2005" b="1" dirty="0">
                <a:solidFill>
                  <a:prstClr val="black"/>
                </a:solidFill>
              </a:rPr>
              <a:t> providing value of feature</a:t>
            </a:r>
            <a:endParaRPr lang="en-US" dirty="0"/>
          </a:p>
        </p:txBody>
      </p:sp>
      <p:sp>
        <p:nvSpPr>
          <p:cNvPr id="14" name="ProductName"/>
          <p:cNvSpPr>
            <a:spLocks noGrp="1"/>
          </p:cNvSpPr>
          <p:nvPr>
            <p:ph type="body" sz="half" idx="12" hasCustomPrompt="1"/>
          </p:nvPr>
        </p:nvSpPr>
        <p:spPr>
          <a:xfrm>
            <a:off x="609602" y="6172200"/>
            <a:ext cx="5473700" cy="533400"/>
          </a:xfrm>
        </p:spPr>
        <p:txBody>
          <a:bodyPr anchor="b" anchorCtr="0"/>
          <a:lstStyle>
            <a:lvl1pPr marL="230761" indent="-229170">
              <a:buClrTx/>
              <a:buSzPct val="125000"/>
              <a:buFont typeface="Courier New" pitchFamily="49" charset="0"/>
              <a:buChar char="»"/>
              <a:defRPr sz="1604" b="0">
                <a:latin typeface="Courier New" pitchFamily="49" charset="0"/>
                <a:cs typeface="Courier New" pitchFamily="49" charset="0"/>
              </a:defRPr>
            </a:lvl1pPr>
          </a:lstStyle>
          <a:p>
            <a:pPr lvl="0"/>
            <a:r>
              <a:rPr lang="en-US" dirty="0"/>
              <a:t>Click to add </a:t>
            </a:r>
            <a:r>
              <a:rPr lang="en-US" sz="1604" dirty="0" err="1">
                <a:latin typeface="Courier New" pitchFamily="49" charset="0"/>
                <a:cs typeface="Courier New" pitchFamily="49" charset="0"/>
              </a:rPr>
              <a:t>product_example_name</a:t>
            </a:r>
            <a:r>
              <a:rPr lang="en-US" sz="1604" dirty="0">
                <a:latin typeface="Courier New" pitchFamily="49" charset="0"/>
                <a:cs typeface="Courier New" pitchFamily="49" charset="0"/>
              </a:rPr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963084" y="1914529"/>
            <a:ext cx="10363200" cy="1362075"/>
          </a:xfrm>
        </p:spPr>
        <p:txBody>
          <a:bodyPr anchor="t"/>
          <a:lstStyle>
            <a:lvl1pPr algn="ctr">
              <a:defRPr sz="3200" b="0" cap="none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Section Header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LeftContent"/>
          <p:cNvSpPr>
            <a:spLocks noGrp="1"/>
          </p:cNvSpPr>
          <p:nvPr>
            <p:ph sz="half" idx="1"/>
          </p:nvPr>
        </p:nvSpPr>
        <p:spPr>
          <a:xfrm>
            <a:off x="609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ightContent"/>
          <p:cNvSpPr>
            <a:spLocks noGrp="1"/>
          </p:cNvSpPr>
          <p:nvPr>
            <p:ph sz="half" idx="2"/>
          </p:nvPr>
        </p:nvSpPr>
        <p:spPr>
          <a:xfrm>
            <a:off x="6197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"/>
          <p:cNvSpPr txBox="1">
            <a:spLocks noChangeArrowheads="1"/>
          </p:cNvSpPr>
          <p:nvPr userDrawn="1"/>
        </p:nvSpPr>
        <p:spPr bwMode="auto">
          <a:xfrm>
            <a:off x="607484" y="1600200"/>
            <a:ext cx="10765536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Edit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in Slide Master view to 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nter agenda items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 2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3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baseline="0" dirty="0">
                <a:latin typeface="Arial" pitchFamily="34" charset="0"/>
                <a:cs typeface="Arial" pitchFamily="34" charset="0"/>
              </a:rPr>
              <a:t>Bullet 4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"/>
          <p:cNvSpPr txBox="1">
            <a:spLocks noChangeArrowheads="1"/>
          </p:cNvSpPr>
          <p:nvPr userDrawn="1"/>
        </p:nvSpPr>
        <p:spPr bwMode="auto">
          <a:xfrm>
            <a:off x="607484" y="464695"/>
            <a:ext cx="10765536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0" marR="0" indent="0" algn="l" defTabSz="9166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Edit in Slide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Master view to e</a:t>
            </a: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nter agenda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title</a:t>
            </a:r>
            <a:endParaRPr lang="en-US" sz="2800" b="0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609602" y="1600200"/>
            <a:ext cx="10769600" cy="4648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Number"/>
          <p:cNvSpPr/>
          <p:nvPr/>
        </p:nvSpPr>
        <p:spPr>
          <a:xfrm>
            <a:off x="11582400" y="6484954"/>
            <a:ext cx="609600" cy="381001"/>
          </a:xfrm>
          <a:prstGeom prst="rect">
            <a:avLst/>
          </a:prstGeom>
          <a:noFill/>
          <a:ln w="12700">
            <a:noFill/>
          </a:ln>
        </p:spPr>
        <p:txBody>
          <a:bodyPr wrap="square" anchor="ctr">
            <a:noAutofit/>
          </a:bodyPr>
          <a:lstStyle/>
          <a:p>
            <a:pPr algn="ctr"/>
            <a:fld id="{47FBD1EF-0801-4063-B668-C71608ACC70F}" type="slidenum">
              <a:rPr kumimoji="0" lang="en-US" sz="1203" b="1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algn="ctr"/>
              <a:t>‹#›</a:t>
            </a:fld>
            <a:endParaRPr lang="en-US" sz="1203" b="1" dirty="0">
              <a:solidFill>
                <a:schemeClr val="tx2"/>
              </a:solidFill>
            </a:endParaRPr>
          </a:p>
        </p:txBody>
      </p:sp>
      <p:pic>
        <p:nvPicPr>
          <p:cNvPr id="12" name="Logo" descr="logo647.png"/>
          <p:cNvPicPr>
            <a:picLocks noChangeAspect="1"/>
          </p:cNvPicPr>
          <p:nvPr/>
        </p:nvPicPr>
        <p:blipFill>
          <a:blip r:embed="rId10" cstate="print"/>
          <a:stretch>
            <a:fillRect/>
          </a:stretch>
        </p:blipFill>
        <p:spPr>
          <a:xfrm>
            <a:off x="10679339" y="23675"/>
            <a:ext cx="1327516" cy="3602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Line"/>
          <p:cNvCxnSpPr/>
          <p:nvPr/>
        </p:nvCxnSpPr>
        <p:spPr>
          <a:xfrm rot="10800000" flipV="1">
            <a:off x="229170" y="176521"/>
            <a:ext cx="10297392" cy="211602"/>
          </a:xfrm>
          <a:prstGeom prst="bentConnector3">
            <a:avLst>
              <a:gd name="adj1" fmla="val 100013"/>
            </a:avLst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8527E66-6DA7-AAC9-E1A2-804BEF2DFF4F}"/>
              </a:ext>
            </a:extLst>
          </p:cNvPr>
          <p:cNvSpPr/>
          <p:nvPr userDrawn="1"/>
        </p:nvSpPr>
        <p:spPr>
          <a:xfrm>
            <a:off x="8602226" y="7193577"/>
            <a:ext cx="457200" cy="307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226409-EB7E-D4F3-5879-AD3F7988E1B8}"/>
              </a:ext>
            </a:extLst>
          </p:cNvPr>
          <p:cNvSpPr/>
          <p:nvPr userDrawn="1"/>
        </p:nvSpPr>
        <p:spPr>
          <a:xfrm>
            <a:off x="9228741" y="7193577"/>
            <a:ext cx="457200" cy="307778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9BB41A-6D82-F649-C4D3-A2A22D623413}"/>
              </a:ext>
            </a:extLst>
          </p:cNvPr>
          <p:cNvSpPr/>
          <p:nvPr userDrawn="1"/>
        </p:nvSpPr>
        <p:spPr>
          <a:xfrm>
            <a:off x="9855256" y="7193577"/>
            <a:ext cx="457200" cy="307778"/>
          </a:xfrm>
          <a:prstGeom prst="rect">
            <a:avLst/>
          </a:prstGeom>
          <a:solidFill>
            <a:srgbClr val="A020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FBDA2D1-EF6E-5E6E-42AE-8B04FFD4876C}"/>
              </a:ext>
            </a:extLst>
          </p:cNvPr>
          <p:cNvSpPr/>
          <p:nvPr userDrawn="1"/>
        </p:nvSpPr>
        <p:spPr>
          <a:xfrm>
            <a:off x="10481771" y="7193577"/>
            <a:ext cx="457200" cy="307778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C1CB73-A282-21E4-24BF-5024D5BC9A02}"/>
              </a:ext>
            </a:extLst>
          </p:cNvPr>
          <p:cNvSpPr/>
          <p:nvPr userDrawn="1"/>
        </p:nvSpPr>
        <p:spPr>
          <a:xfrm>
            <a:off x="11108286" y="7193577"/>
            <a:ext cx="457200" cy="307778"/>
          </a:xfrm>
          <a:prstGeom prst="rect">
            <a:avLst/>
          </a:prstGeom>
          <a:solidFill>
            <a:srgbClr val="FF6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77CD30-6E36-5520-318C-3D779E64CCB5}"/>
              </a:ext>
            </a:extLst>
          </p:cNvPr>
          <p:cNvSpPr/>
          <p:nvPr userDrawn="1"/>
        </p:nvSpPr>
        <p:spPr>
          <a:xfrm>
            <a:off x="11734800" y="7193577"/>
            <a:ext cx="457200" cy="30777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A6C50C-FF5A-3F7A-1EAA-1792AEAEB5BA}"/>
              </a:ext>
            </a:extLst>
          </p:cNvPr>
          <p:cNvSpPr/>
          <p:nvPr userDrawn="1"/>
        </p:nvSpPr>
        <p:spPr>
          <a:xfrm>
            <a:off x="3218091" y="7193577"/>
            <a:ext cx="457200" cy="307778"/>
          </a:xfrm>
          <a:prstGeom prst="rect">
            <a:avLst/>
          </a:prstGeom>
          <a:solidFill>
            <a:srgbClr val="B731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CCBFEE-C545-EEF4-531F-290477FC1512}"/>
              </a:ext>
            </a:extLst>
          </p:cNvPr>
          <p:cNvSpPr/>
          <p:nvPr userDrawn="1"/>
        </p:nvSpPr>
        <p:spPr>
          <a:xfrm>
            <a:off x="3838830" y="7193577"/>
            <a:ext cx="457200" cy="30777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3510B4-391B-9125-FA3E-2B976B165818}"/>
              </a:ext>
            </a:extLst>
          </p:cNvPr>
          <p:cNvSpPr/>
          <p:nvPr userDrawn="1"/>
        </p:nvSpPr>
        <p:spPr>
          <a:xfrm>
            <a:off x="4460475" y="7193577"/>
            <a:ext cx="457200" cy="307778"/>
          </a:xfrm>
          <a:prstGeom prst="rect">
            <a:avLst/>
          </a:prstGeom>
          <a:solidFill>
            <a:srgbClr val="48A2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11715-D6F6-A64A-AE0A-966DD0FF1179}"/>
              </a:ext>
            </a:extLst>
          </p:cNvPr>
          <p:cNvSpPr/>
          <p:nvPr userDrawn="1"/>
        </p:nvSpPr>
        <p:spPr>
          <a:xfrm>
            <a:off x="5062152" y="7193577"/>
            <a:ext cx="457200" cy="307778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0E7715-9D73-8CE0-8BAE-74C39CCD4C92}"/>
              </a:ext>
            </a:extLst>
          </p:cNvPr>
          <p:cNvSpPr/>
          <p:nvPr userDrawn="1"/>
        </p:nvSpPr>
        <p:spPr>
          <a:xfrm>
            <a:off x="5688910" y="7193577"/>
            <a:ext cx="457200" cy="307778"/>
          </a:xfrm>
          <a:prstGeom prst="rect">
            <a:avLst/>
          </a:prstGeom>
          <a:solidFill>
            <a:srgbClr val="7150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266A53-C08C-6D19-4EEC-4E1E8F72367D}"/>
              </a:ext>
            </a:extLst>
          </p:cNvPr>
          <p:cNvSpPr/>
          <p:nvPr userDrawn="1"/>
        </p:nvSpPr>
        <p:spPr>
          <a:xfrm>
            <a:off x="6309649" y="7193577"/>
            <a:ext cx="457200" cy="307778"/>
          </a:xfrm>
          <a:prstGeom prst="rect">
            <a:avLst/>
          </a:prstGeom>
          <a:solidFill>
            <a:srgbClr val="6365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464436-E0FF-2768-3458-EEF35EC81B82}"/>
              </a:ext>
            </a:extLst>
          </p:cNvPr>
          <p:cNvSpPr/>
          <p:nvPr userDrawn="1"/>
        </p:nvSpPr>
        <p:spPr>
          <a:xfrm>
            <a:off x="713498" y="7193577"/>
            <a:ext cx="457200" cy="3077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A69DD15-8C67-E374-D607-110BB3AFBE3B}"/>
              </a:ext>
            </a:extLst>
          </p:cNvPr>
          <p:cNvSpPr/>
          <p:nvPr userDrawn="1"/>
        </p:nvSpPr>
        <p:spPr>
          <a:xfrm>
            <a:off x="1298456" y="7193577"/>
            <a:ext cx="457200" cy="3077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F5C252-DA65-F835-D5D9-5B9AED4E8A02}"/>
              </a:ext>
            </a:extLst>
          </p:cNvPr>
          <p:cNvSpPr txBox="1"/>
          <p:nvPr userDrawn="1"/>
        </p:nvSpPr>
        <p:spPr>
          <a:xfrm>
            <a:off x="-31888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BRAND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5CE12E9-3C4D-62B2-6B04-17CC5C0D7A52}"/>
              </a:ext>
            </a:extLst>
          </p:cNvPr>
          <p:cNvSpPr/>
          <p:nvPr userDrawn="1"/>
        </p:nvSpPr>
        <p:spPr>
          <a:xfrm>
            <a:off x="2231608" y="7193577"/>
            <a:ext cx="457200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78E04-BD40-82D5-0665-3355A9FA6EB7}"/>
              </a:ext>
            </a:extLst>
          </p:cNvPr>
          <p:cNvSpPr txBox="1"/>
          <p:nvPr userDrawn="1"/>
        </p:nvSpPr>
        <p:spPr>
          <a:xfrm>
            <a:off x="7847405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CODE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9" r:id="rId4"/>
    <p:sldLayoutId id="2147483663" r:id="rId5"/>
    <p:sldLayoutId id="2147483651" r:id="rId6"/>
    <p:sldLayoutId id="2147483652" r:id="rId7"/>
    <p:sldLayoutId id="2147483664" r:id="rId8"/>
  </p:sldLayoutIdLst>
  <p:hf hdr="0" ftr="0" dt="0"/>
  <p:txStyles>
    <p:titleStyle>
      <a:lvl1pPr algn="l" defTabSz="916680" rtl="0" eaLnBrk="1" latinLnBrk="0" hangingPunct="1">
        <a:spcBef>
          <a:spcPct val="0"/>
        </a:spcBef>
        <a:buNone/>
        <a:defRPr sz="2800" b="0" kern="1200">
          <a:solidFill>
            <a:schemeClr val="tx2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3755" indent="-343755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2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4802" indent="-286462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5850" indent="-229170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4190" indent="-229170" algn="l" defTabSz="916680" rtl="0" eaLnBrk="1" latinLnBrk="0" hangingPunct="1">
        <a:spcBef>
          <a:spcPct val="20000"/>
        </a:spcBef>
        <a:buFont typeface="Arial" pitchFamily="34" charset="0"/>
        <a:buNone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62531" indent="-229170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»"/>
        <a:defRPr sz="14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2087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6pPr>
      <a:lvl7pPr marL="297921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7pPr>
      <a:lvl8pPr marL="343755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8pPr>
      <a:lvl9pPr marL="389589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1pPr>
      <a:lvl2pPr marL="45834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2pPr>
      <a:lvl3pPr marL="91668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3pPr>
      <a:lvl4pPr marL="137502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4pPr>
      <a:lvl5pPr marL="183336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5pPr>
      <a:lvl6pPr marL="229170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6pPr>
      <a:lvl7pPr marL="275004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7pPr>
      <a:lvl8pPr marL="320838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8pPr>
      <a:lvl9pPr marL="366672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BB10CCE-F9AE-CB92-AFB0-E5701AAD32A2}"/>
              </a:ext>
            </a:extLst>
          </p:cNvPr>
          <p:cNvGrpSpPr/>
          <p:nvPr/>
        </p:nvGrpSpPr>
        <p:grpSpPr>
          <a:xfrm>
            <a:off x="695404" y="1636218"/>
            <a:ext cx="9433044" cy="4404815"/>
            <a:chOff x="695404" y="1636218"/>
            <a:chExt cx="9433044" cy="440481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51ED7C-32E3-7CEE-A315-75B575116B8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3C3D90B-39DA-8BD5-8ACD-EC8C53FA90A5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2636DD-DD68-E03E-8454-C621B5519052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FF66F5F-5E34-1162-D620-A9169B499C0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15614A-F503-E188-448F-BF0C4D31D26D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C0129B-64B5-5728-8C4F-533E3744E0CF}"/>
                </a:ext>
              </a:extLst>
            </p:cNvPr>
            <p:cNvGrpSpPr/>
            <p:nvPr/>
          </p:nvGrpSpPr>
          <p:grpSpPr>
            <a:xfrm>
              <a:off x="948904" y="2559624"/>
              <a:ext cx="8573266" cy="2498870"/>
              <a:chOff x="1055440" y="2630648"/>
              <a:chExt cx="8573266" cy="2498870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9113507-1E2F-852E-B359-726756A5A97A}"/>
                  </a:ext>
                </a:extLst>
              </p:cNvPr>
              <p:cNvGrpSpPr/>
              <p:nvPr/>
            </p:nvGrpSpPr>
            <p:grpSpPr>
              <a:xfrm>
                <a:off x="1055440" y="4776719"/>
                <a:ext cx="1584176" cy="328897"/>
                <a:chOff x="2207568" y="6256784"/>
                <a:chExt cx="1584176" cy="328897"/>
              </a:xfrm>
            </p:grpSpPr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C8A96EC-9E28-810E-789D-4B37F671015F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2" name="Parallelogram 41">
                  <a:extLst>
                    <a:ext uri="{FF2B5EF4-FFF2-40B4-BE49-F238E27FC236}">
                      <a16:creationId xmlns:a16="http://schemas.microsoft.com/office/drawing/2014/main" id="{410FC4DE-1896-657E-F4EE-91A78CB6E44E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4" name="Parallelogram 43">
                  <a:extLst>
                    <a:ext uri="{FF2B5EF4-FFF2-40B4-BE49-F238E27FC236}">
                      <a16:creationId xmlns:a16="http://schemas.microsoft.com/office/drawing/2014/main" id="{48346DE4-CBA0-1F5B-BB6E-33A40ADA2B7E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83D62EEF-F718-C0EA-236E-EA1470291A70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4CFB4BA6-7C8A-A8FC-DEB0-99AA7B6A469C}"/>
                  </a:ext>
                </a:extLst>
              </p:cNvPr>
              <p:cNvSpPr/>
              <p:nvPr/>
            </p:nvSpPr>
            <p:spPr>
              <a:xfrm>
                <a:off x="4570026" y="4826541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5" name="Parallelogram 54">
                <a:extLst>
                  <a:ext uri="{FF2B5EF4-FFF2-40B4-BE49-F238E27FC236}">
                    <a16:creationId xmlns:a16="http://schemas.microsoft.com/office/drawing/2014/main" id="{A6C94DE6-43F4-DF37-8EA5-5AC5BE76574A}"/>
                  </a:ext>
                </a:extLst>
              </p:cNvPr>
              <p:cNvSpPr/>
              <p:nvPr/>
            </p:nvSpPr>
            <p:spPr>
              <a:xfrm>
                <a:off x="2279576" y="2631557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B7B1BF20-FE3C-DB9A-E494-75EE00B22D16}"/>
                  </a:ext>
                </a:extLst>
              </p:cNvPr>
              <p:cNvSpPr/>
              <p:nvPr/>
            </p:nvSpPr>
            <p:spPr>
              <a:xfrm>
                <a:off x="2304315" y="280097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C0B6F0-5F77-8124-A9D6-E71936B1BE36}"/>
                  </a:ext>
                </a:extLst>
              </p:cNvPr>
              <p:cNvSpPr/>
              <p:nvPr/>
            </p:nvSpPr>
            <p:spPr>
              <a:xfrm>
                <a:off x="4806327" y="263117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E8050AB1-C5C0-BAF6-F3AC-DC1AC5A4F759}"/>
                  </a:ext>
                </a:extLst>
              </p:cNvPr>
              <p:cNvSpPr/>
              <p:nvPr/>
            </p:nvSpPr>
            <p:spPr>
              <a:xfrm>
                <a:off x="2928269" y="263481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2" name="Parallelogram 61">
                <a:extLst>
                  <a:ext uri="{FF2B5EF4-FFF2-40B4-BE49-F238E27FC236}">
                    <a16:creationId xmlns:a16="http://schemas.microsoft.com/office/drawing/2014/main" id="{B7C8BA39-B3A5-DC36-9535-DA0577384D3A}"/>
                  </a:ext>
                </a:extLst>
              </p:cNvPr>
              <p:cNvSpPr/>
              <p:nvPr/>
            </p:nvSpPr>
            <p:spPr>
              <a:xfrm>
                <a:off x="2953008" y="280423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22E3122-70DD-501A-175E-23E7BAEA38F7}"/>
                  </a:ext>
                </a:extLst>
              </p:cNvPr>
              <p:cNvSpPr/>
              <p:nvPr/>
            </p:nvSpPr>
            <p:spPr>
              <a:xfrm>
                <a:off x="5435414" y="2630648"/>
                <a:ext cx="312613" cy="184142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A65AE03-8922-80E3-5CCA-02BA93FAB89E}"/>
                  </a:ext>
                </a:extLst>
              </p:cNvPr>
              <p:cNvSpPr/>
              <p:nvPr/>
            </p:nvSpPr>
            <p:spPr>
              <a:xfrm>
                <a:off x="2928268" y="4938096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5" name="Parallelogram 64">
                <a:extLst>
                  <a:ext uri="{FF2B5EF4-FFF2-40B4-BE49-F238E27FC236}">
                    <a16:creationId xmlns:a16="http://schemas.microsoft.com/office/drawing/2014/main" id="{47E1DF27-1AE9-1857-5DB7-4654CF7A0E4D}"/>
                  </a:ext>
                </a:extLst>
              </p:cNvPr>
              <p:cNvSpPr/>
              <p:nvPr/>
            </p:nvSpPr>
            <p:spPr>
              <a:xfrm>
                <a:off x="3580585" y="2643869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6" name="Parallelogram 65">
                <a:extLst>
                  <a:ext uri="{FF2B5EF4-FFF2-40B4-BE49-F238E27FC236}">
                    <a16:creationId xmlns:a16="http://schemas.microsoft.com/office/drawing/2014/main" id="{D05F8986-79A0-32E6-F8FC-8FE898E073FD}"/>
                  </a:ext>
                </a:extLst>
              </p:cNvPr>
              <p:cNvSpPr/>
              <p:nvPr/>
            </p:nvSpPr>
            <p:spPr>
              <a:xfrm>
                <a:off x="3605324" y="281328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8C0B103-04C1-FD36-5DA7-A8A8C650AAB4}"/>
                  </a:ext>
                </a:extLst>
              </p:cNvPr>
              <p:cNvSpPr/>
              <p:nvPr/>
            </p:nvSpPr>
            <p:spPr>
              <a:xfrm>
                <a:off x="6098377" y="2645378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9" name="Parallelogram 68">
                <a:extLst>
                  <a:ext uri="{FF2B5EF4-FFF2-40B4-BE49-F238E27FC236}">
                    <a16:creationId xmlns:a16="http://schemas.microsoft.com/office/drawing/2014/main" id="{6046E7BD-2FC8-097E-5AEC-3BF3BCC622CC}"/>
                  </a:ext>
                </a:extLst>
              </p:cNvPr>
              <p:cNvSpPr/>
              <p:nvPr/>
            </p:nvSpPr>
            <p:spPr>
              <a:xfrm>
                <a:off x="4220319" y="2644791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65BFD3DA-AD3C-1626-A959-067701D0F12D}"/>
                  </a:ext>
                </a:extLst>
              </p:cNvPr>
              <p:cNvSpPr/>
              <p:nvPr/>
            </p:nvSpPr>
            <p:spPr>
              <a:xfrm>
                <a:off x="4245058" y="280997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EEE4A-01B8-BE61-CDDF-A1DEACEB5E82}"/>
                  </a:ext>
                </a:extLst>
              </p:cNvPr>
              <p:cNvSpPr/>
              <p:nvPr/>
            </p:nvSpPr>
            <p:spPr>
              <a:xfrm>
                <a:off x="6753426" y="2644987"/>
                <a:ext cx="291295" cy="169803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F5E5327C-9FA5-E443-A9C6-0F98C1FEE1C4}"/>
                  </a:ext>
                </a:extLst>
              </p:cNvPr>
              <p:cNvSpPr/>
              <p:nvPr/>
            </p:nvSpPr>
            <p:spPr>
              <a:xfrm>
                <a:off x="4226704" y="4937443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3" name="Parallelogram 72">
                <a:extLst>
                  <a:ext uri="{FF2B5EF4-FFF2-40B4-BE49-F238E27FC236}">
                    <a16:creationId xmlns:a16="http://schemas.microsoft.com/office/drawing/2014/main" id="{B3D9D8FD-DBEB-C89C-735B-569CAE9BF25A}"/>
                  </a:ext>
                </a:extLst>
              </p:cNvPr>
              <p:cNvSpPr/>
              <p:nvPr/>
            </p:nvSpPr>
            <p:spPr>
              <a:xfrm>
                <a:off x="4902302" y="263686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4" name="Parallelogram 73">
                <a:extLst>
                  <a:ext uri="{FF2B5EF4-FFF2-40B4-BE49-F238E27FC236}">
                    <a16:creationId xmlns:a16="http://schemas.microsoft.com/office/drawing/2014/main" id="{2B910D6E-8184-9A75-9F39-7A9083ED39B5}"/>
                  </a:ext>
                </a:extLst>
              </p:cNvPr>
              <p:cNvSpPr/>
              <p:nvPr/>
            </p:nvSpPr>
            <p:spPr>
              <a:xfrm>
                <a:off x="4901643" y="28094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5" name="Parallelogram 74">
                <a:extLst>
                  <a:ext uri="{FF2B5EF4-FFF2-40B4-BE49-F238E27FC236}">
                    <a16:creationId xmlns:a16="http://schemas.microsoft.com/office/drawing/2014/main" id="{C20DBB17-CB1F-E236-E25D-B143B0CA9FBF}"/>
                  </a:ext>
                </a:extLst>
              </p:cNvPr>
              <p:cNvSpPr/>
              <p:nvPr/>
            </p:nvSpPr>
            <p:spPr>
              <a:xfrm>
                <a:off x="3217421" y="4831667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175866-A217-01AB-FE30-0920325E7366}"/>
                  </a:ext>
                </a:extLst>
              </p:cNvPr>
              <p:cNvSpPr/>
              <p:nvPr/>
            </p:nvSpPr>
            <p:spPr>
              <a:xfrm>
                <a:off x="7373266" y="2637544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7" name="Parallelogram 76">
                <a:extLst>
                  <a:ext uri="{FF2B5EF4-FFF2-40B4-BE49-F238E27FC236}">
                    <a16:creationId xmlns:a16="http://schemas.microsoft.com/office/drawing/2014/main" id="{96E92FBD-8C95-9AFC-5564-492079742C81}"/>
                  </a:ext>
                </a:extLst>
              </p:cNvPr>
              <p:cNvSpPr/>
              <p:nvPr/>
            </p:nvSpPr>
            <p:spPr>
              <a:xfrm>
                <a:off x="5503674" y="26496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8" name="Parallelogram 77">
                <a:extLst>
                  <a:ext uri="{FF2B5EF4-FFF2-40B4-BE49-F238E27FC236}">
                    <a16:creationId xmlns:a16="http://schemas.microsoft.com/office/drawing/2014/main" id="{FD7836CB-0CC9-13E5-716E-7B57D4E70FA3}"/>
                  </a:ext>
                </a:extLst>
              </p:cNvPr>
              <p:cNvSpPr/>
              <p:nvPr/>
            </p:nvSpPr>
            <p:spPr>
              <a:xfrm>
                <a:off x="5519947" y="281060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AC9E2E8-496E-06D0-7BBA-7FC024C2104C}"/>
                  </a:ext>
                </a:extLst>
              </p:cNvPr>
              <p:cNvSpPr/>
              <p:nvPr/>
            </p:nvSpPr>
            <p:spPr>
              <a:xfrm>
                <a:off x="8000843" y="2637153"/>
                <a:ext cx="316649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0" name="Parallelogram 79">
                <a:extLst>
                  <a:ext uri="{FF2B5EF4-FFF2-40B4-BE49-F238E27FC236}">
                    <a16:creationId xmlns:a16="http://schemas.microsoft.com/office/drawing/2014/main" id="{D1B58417-88C5-A648-7DD6-C49ADADA91EE}"/>
                  </a:ext>
                </a:extLst>
              </p:cNvPr>
              <p:cNvSpPr/>
              <p:nvPr/>
            </p:nvSpPr>
            <p:spPr>
              <a:xfrm>
                <a:off x="5857045" y="4831899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C971908-CE8A-C0FB-B62C-BB08737F7DF6}"/>
                  </a:ext>
                </a:extLst>
              </p:cNvPr>
              <p:cNvSpPr/>
              <p:nvPr/>
            </p:nvSpPr>
            <p:spPr>
              <a:xfrm>
                <a:off x="5507372" y="4940684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Parallelogram 81">
                <a:extLst>
                  <a:ext uri="{FF2B5EF4-FFF2-40B4-BE49-F238E27FC236}">
                    <a16:creationId xmlns:a16="http://schemas.microsoft.com/office/drawing/2014/main" id="{49CF0303-0790-C397-977E-8D6DA79FA667}"/>
                  </a:ext>
                </a:extLst>
              </p:cNvPr>
              <p:cNvSpPr/>
              <p:nvPr/>
            </p:nvSpPr>
            <p:spPr>
              <a:xfrm>
                <a:off x="6189321" y="264222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3" name="Parallelogram 82">
                <a:extLst>
                  <a:ext uri="{FF2B5EF4-FFF2-40B4-BE49-F238E27FC236}">
                    <a16:creationId xmlns:a16="http://schemas.microsoft.com/office/drawing/2014/main" id="{5BBAB5E2-ED1A-0886-BBFC-DD7A75975274}"/>
                  </a:ext>
                </a:extLst>
              </p:cNvPr>
              <p:cNvSpPr/>
              <p:nvPr/>
            </p:nvSpPr>
            <p:spPr>
              <a:xfrm>
                <a:off x="6188662" y="281481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7EF537-174B-AB05-6D61-D346EEE08965}"/>
                  </a:ext>
                </a:extLst>
              </p:cNvPr>
              <p:cNvSpPr/>
              <p:nvPr/>
            </p:nvSpPr>
            <p:spPr>
              <a:xfrm>
                <a:off x="8678047" y="264601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0" name="Parallelogram 89">
                <a:extLst>
                  <a:ext uri="{FF2B5EF4-FFF2-40B4-BE49-F238E27FC236}">
                    <a16:creationId xmlns:a16="http://schemas.microsoft.com/office/drawing/2014/main" id="{D4420707-5C7B-B5F3-FD7D-AD3313BA0E30}"/>
                  </a:ext>
                </a:extLst>
              </p:cNvPr>
              <p:cNvSpPr/>
              <p:nvPr/>
            </p:nvSpPr>
            <p:spPr>
              <a:xfrm>
                <a:off x="6808455" y="265812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Parallelogram 90">
                <a:extLst>
                  <a:ext uri="{FF2B5EF4-FFF2-40B4-BE49-F238E27FC236}">
                    <a16:creationId xmlns:a16="http://schemas.microsoft.com/office/drawing/2014/main" id="{FF1D3F57-6D5A-7982-33FC-B0327767DEED}"/>
                  </a:ext>
                </a:extLst>
              </p:cNvPr>
              <p:cNvSpPr/>
              <p:nvPr/>
            </p:nvSpPr>
            <p:spPr>
              <a:xfrm>
                <a:off x="6824728" y="281907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9339E9-3324-BA23-5FC3-D7EB4052E9C9}"/>
                  </a:ext>
                </a:extLst>
              </p:cNvPr>
              <p:cNvSpPr/>
              <p:nvPr/>
            </p:nvSpPr>
            <p:spPr>
              <a:xfrm>
                <a:off x="9317218" y="2645619"/>
                <a:ext cx="308710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16695FE1-526D-C8AB-C5B2-A3D1E8DB8D58}"/>
                  </a:ext>
                </a:extLst>
              </p:cNvPr>
              <p:cNvGrpSpPr/>
              <p:nvPr/>
            </p:nvGrpSpPr>
            <p:grpSpPr>
              <a:xfrm>
                <a:off x="6817270" y="4800621"/>
                <a:ext cx="1584176" cy="328897"/>
                <a:chOff x="2207568" y="6256784"/>
                <a:chExt cx="1584176" cy="328897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B0810848-2B1B-2EB6-CCC2-4C76C4164897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5" name="Parallelogram 94">
                  <a:extLst>
                    <a:ext uri="{FF2B5EF4-FFF2-40B4-BE49-F238E27FC236}">
                      <a16:creationId xmlns:a16="http://schemas.microsoft.com/office/drawing/2014/main" id="{AC2794EE-48F0-1659-97A6-5DBD9706A27D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6" name="Parallelogram 95">
                  <a:extLst>
                    <a:ext uri="{FF2B5EF4-FFF2-40B4-BE49-F238E27FC236}">
                      <a16:creationId xmlns:a16="http://schemas.microsoft.com/office/drawing/2014/main" id="{E1967CCF-B92B-A08A-8EAA-27B070221EDC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01CEEA0-FD92-C364-6B7F-4FC0EA2CB57D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ED8FFB5-A494-5530-9E73-0ACED0EC5088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B5B3A15-8C70-4A74-2731-F1097A2B0541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49A1A4E-676D-3813-0FCB-54D0F2A22A65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C5EB533-8B2B-DC62-3B05-4976A7386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874B924-63E5-9733-8106-65E1486101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1388FB4-604B-E329-B4BD-14C1D5E15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D8C474D-7663-6577-A0BB-D197BA3339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12C533-8295-2669-D4B2-51957DE55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7B3DE3-6588-9386-592D-B45ECA433DF6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37129BD-3B03-E74C-9207-794A0C1E61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D54D9D-C632-97C7-5154-EA5D0B362993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65207F0-A45C-E798-A37E-A897780677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1103" y="2568713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6297DA-00B6-4378-97E5-069CC11CC5BF}"/>
                </a:ext>
              </a:extLst>
            </p:cNvPr>
            <p:cNvSpPr txBox="1"/>
            <p:nvPr/>
          </p:nvSpPr>
          <p:spPr>
            <a:xfrm rot="19023903">
              <a:off x="4123208" y="3525498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500FD54-175A-3386-DDCA-357178845909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2076FE-1203-4DBF-7E4E-A62F8018520A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3E5C3B2-8B92-3189-C852-E3FCFAEB0248}"/>
                </a:ext>
              </a:extLst>
            </p:cNvPr>
            <p:cNvCxnSpPr>
              <a:stCxn id="32" idx="1"/>
              <a:endCxn id="97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D3554FB-D83C-7FDD-83A1-3BCA458A8D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D292F86-1488-69F4-0BC2-A04FD4FF46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6270" y="3284984"/>
              <a:ext cx="683100" cy="97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B6C6950-51F6-DE1D-EBB8-000024247CD4}"/>
                </a:ext>
              </a:extLst>
            </p:cNvPr>
            <p:cNvSpPr txBox="1"/>
            <p:nvPr/>
          </p:nvSpPr>
          <p:spPr>
            <a:xfrm>
              <a:off x="6895704" y="3065594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3A14DD-B68D-8E92-9BFB-1A618CD5A91A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A77C7A8-1616-1C8F-593B-FB68DBF038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60C4064-3049-626A-593D-B2887BE605CC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9C1E5E-1265-447B-01B7-6ACAA42B5CD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439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D56AA84-67D0-365B-2187-F55073E8CF12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25FC5CA-86EE-D8CA-054C-44D172521EB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AAA24DB5-E649-1631-6969-88F740D9C774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EDB5C2-CB8C-B421-83EC-28EB03163D2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C59356DF-4F0B-3E13-AC40-A8EB603439E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74CE6E-2D3D-A731-7B15-EB57643D1782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2D0154E-A24F-95A5-670E-53D3A21B0444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7D79A19-443D-FA66-092C-42C8A3778BA5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267036B5-B741-88BD-244D-517B183D40D4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E43F88C1-39E3-AFF7-8DC2-6AD9A326DAC9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098282-4395-101F-D824-ACE60F366222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53574E6-534C-B4EB-2652-7909957E4FF8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F6D221E-9851-D1EE-D431-0CD5210764A6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A33F838D-7616-8DEB-4157-B08073A4E8AE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CE73D66A-3174-ABC4-32A4-826B97468123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607B514-B5F6-11F1-1859-0C7884B5368C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0418794-A0FC-99A0-EE89-607262018902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04DD8FFA-DDAC-F564-4E19-7B3DB2AA53F8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A6B81EE1-ACB8-8248-34B1-8377559AF45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CDE3DDF-A97B-D69B-B1A8-570397C8F836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64BD893-E3D7-0FC0-D31A-96BF2182D017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60F90BC-D285-D34F-14D3-F93005E6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C3A53812-A7B7-A3D1-E2F0-6502E69AE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BA14F51-A08D-45D2-9DA6-D4C47B13AD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46CBC31-2A73-F76B-D53A-F8852FD30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3130B4B-BF65-2AF8-6CED-B83310AB1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656A58-40B9-27CE-A859-DE617D008F90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FBCBEC1-D458-99B7-9188-55C9C6BA4F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DD9AC83-6C98-965E-8DFB-626127D5A227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F3C91FA-D67F-EEDC-9362-56412FE5531A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34BBB7D-1E02-1A98-7996-A65A2E42FFEF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7B596966-3B84-1101-5ECA-5E76717B53E5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6FAA32A-FAE1-3E83-051B-0313E7209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3BE56B-5873-6528-608C-85DBAED7F0D1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32CC322A-ED39-79A3-BC15-549B44E449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5FF3C64-11F0-8EFB-5EAF-D41BFED80B5A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188C4BF-77DC-DE7B-A210-696819F76C39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35DB566-B32A-9566-DCED-741EA293703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1A9E7B0-E60D-6121-F2E0-3B8DB1461B97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92058BB-EC40-AF77-B7A5-B2972F25269A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A13334D-5501-6317-9054-A160356A8D3C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D5A767F-F3C6-0185-10E3-10F84A0A34AD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194A594-52FF-345B-8D5A-ECE63CC3F29F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58E2EC0-3B49-D15A-2B42-5E3969814088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E7D762-5EC8-473A-972E-0852B205927F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31E55FF5-B013-2E3D-653D-AD3D3A502611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9FF6556D-255B-8E43-F150-2E656A4DA1B4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E42D48F-F442-06BE-9AB5-8F6CB309508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0F15039-9524-BBCE-912A-9E26621DE489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5A6BA05-A2D3-0547-FD39-B5BFAB1090E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045A935-4FB5-5671-6A13-B9E1AB7CB34A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738B74C-665C-3BD1-EF42-FBCFEC6F4495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788F1887-4E82-A831-A5C8-A3FF4C376FD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86C2652C-3DF9-52E4-42E2-81B2C86DE4C8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0EDA9D3A-01C2-B7B0-EA0E-BB7CB2D495D3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D9E5EB0-BD8D-5FFB-072F-14FB40D191D5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4EF8904-EF7C-F261-7231-837A55A2276F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5D2D33B-C987-F8F3-DFB0-FB79D5E2C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EB08533-29FE-DB04-4A70-177A32E23803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237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9FCCE-EA4F-16B8-2CF8-A107F2D3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0D7A56A-BC53-02EC-BDBD-01A9DD632D40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077A7F2-59B2-7C00-3F3C-9DE0EE6AB430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7BC77DFF-A8BC-19A4-EEA9-12EE044F0DC8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9335B-569C-F28C-D10D-9334A7075A3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7DD27FDF-05D3-9395-8BF3-4ACA418DBB6A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169E88D-5EE1-748B-1AC1-69FE3F93E054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B6FFB2C-E1FA-4896-F1EE-52FCB4189168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EF230B1-7158-B61D-8766-213C15CD2919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7079AFBF-2980-65D2-A1D2-81AA2BC580DB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4FBF1143-83FF-3C1E-6683-2ACE8892FEC8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C5BB9D9-C659-3E83-DE88-20595C6C5C60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539A917E-2C34-0FA8-AE94-1F0F76361DB6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8E9C199-7EB4-A62D-C518-65509901C768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F5182123-BC2F-7681-2B31-08C7961DD0D2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9AB66D6-6FC1-F097-0BFC-EEE5DCE36A1E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270330B-9EAD-035E-9037-C97CD3E79799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ECE11D7-7F69-65EA-D752-A86B11E36658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44B1C81C-5CB6-C9E3-6D0E-7E84D79E75CA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F109B97-8CD2-E3FE-6E36-BBE4CA4B4C4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1F28CB-8251-D5E2-F2D0-E350AB925F5E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DF7BC67-C11A-5312-B21C-79D40F908758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220A691-1B9E-91A5-03FA-D1C37AC5F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B008BFE-178B-3FF9-C61B-C5024F9A92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AD9FC07-114E-402E-E207-42EC28EAE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9CE334C-CC0A-05F9-DDB0-98451EB781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05CCA0F-6228-9069-9F61-2BCE96947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9AD94D-05C3-B199-8582-87F8A35C605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9250347-EEDD-1409-8859-95A3CB67D0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FBB6C57-D45A-C4C2-DC52-B84D233FFACB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5202E1F-2984-4C83-C3AB-543033DE1744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05EA4E9-17E5-670B-5235-1A60AFB5C221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0C274CD-A65A-6660-CE6C-1C752F310C50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75A7925-C8EC-C994-38F5-C328F7482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EAF6548-64D1-12B2-7D13-6CE904985056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E948289-7083-FE5D-B8EB-803513DCE3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8C01A1-8AB9-2998-F9F6-574DCDE7898F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75B17A89-51D5-F687-793C-0A0CE7EA057F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94B6055B-403A-A176-EBB3-F3191D6F3F95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B8C0B86-F361-DAB4-8988-36AB5FADF1F5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35786AA7-D0D4-F1BE-0602-6BD9B10DDABF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122BF38-F8B1-2DA5-8D53-B2C6B2993DA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77D1C1C7-D330-C898-4287-7BEDB0240B04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0A5B530-4201-9B97-B5BF-DC192108B159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5900998-EC0F-A6DC-2512-2579F77C25D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A2D83DD-C2E2-6F76-6F41-6015EE0B8959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7612FBD0-6878-FBDB-FD98-A69EEF93943C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70C3CD0-E04B-5A83-1071-80914E6A6F4A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0938540-A70F-6519-6C25-88B57BA4F2D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29C7B59-52E0-2C41-4C02-E1752F4579BD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B74A2DD-2E86-E539-6BE2-8BEFA594C0B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5BBE4FA-9CD5-0B3D-C862-D7D22518FF4C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A237922-7DFA-222C-62F9-821692B8267B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BEF2672C-24D7-EF26-614E-7E785901A2CE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8F4D57-CC54-7BD8-86AA-436BA5AC4E9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142D985F-F017-BB60-0A99-67DD97FCDBC7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340DBD-4103-AC7B-F113-496D242FE79A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1251B4-5B59-76DF-01C6-E3A3DC1EA6B5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6F04025-544F-38C4-374A-0439C66880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C8FF65-26E8-2159-DA00-34F91DFF0DE4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2582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9" name="Group 1348">
            <a:extLst>
              <a:ext uri="{FF2B5EF4-FFF2-40B4-BE49-F238E27FC236}">
                <a16:creationId xmlns:a16="http://schemas.microsoft.com/office/drawing/2014/main" id="{E8119FE2-6915-4ECC-507C-208BEE0C7F09}"/>
              </a:ext>
            </a:extLst>
          </p:cNvPr>
          <p:cNvGrpSpPr/>
          <p:nvPr/>
        </p:nvGrpSpPr>
        <p:grpSpPr>
          <a:xfrm>
            <a:off x="767408" y="2238482"/>
            <a:ext cx="10369152" cy="2457815"/>
            <a:chOff x="767408" y="2238482"/>
            <a:chExt cx="10369152" cy="2457815"/>
          </a:xfrm>
        </p:grpSpPr>
        <p:pic>
          <p:nvPicPr>
            <p:cNvPr id="1348" name="Picture 1347">
              <a:extLst>
                <a:ext uri="{FF2B5EF4-FFF2-40B4-BE49-F238E27FC236}">
                  <a16:creationId xmlns:a16="http://schemas.microsoft.com/office/drawing/2014/main" id="{DF2A5AB9-694B-6A2D-746D-366C0A045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329" y="2238482"/>
              <a:ext cx="5187231" cy="2457815"/>
            </a:xfrm>
            <a:prstGeom prst="rect">
              <a:avLst/>
            </a:prstGeom>
          </p:spPr>
        </p:pic>
        <p:pic>
          <p:nvPicPr>
            <p:cNvPr id="1224" name="Picture 1223">
              <a:extLst>
                <a:ext uri="{FF2B5EF4-FFF2-40B4-BE49-F238E27FC236}">
                  <a16:creationId xmlns:a16="http://schemas.microsoft.com/office/drawing/2014/main" id="{8B751A68-44E4-73EE-2A50-E5CA158C6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7408" y="2238482"/>
              <a:ext cx="5187231" cy="24578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7001325"/>
      </p:ext>
    </p:extLst>
  </p:cSld>
  <p:clrMapOvr>
    <a:masterClrMapping/>
  </p:clrMapOvr>
</p:sld>
</file>

<file path=ppt/theme/theme1.xml><?xml version="1.0" encoding="utf-8"?>
<a:theme xmlns:a="http://schemas.openxmlformats.org/drawingml/2006/main" name="MW_Public_widescreen">
  <a:themeElements>
    <a:clrScheme name="MW">
      <a:dk1>
        <a:srgbClr val="000000"/>
      </a:dk1>
      <a:lt1>
        <a:srgbClr val="FFFFFF"/>
      </a:lt1>
      <a:dk2>
        <a:srgbClr val="0076A8"/>
      </a:dk2>
      <a:lt2>
        <a:srgbClr val="ECF5F8"/>
      </a:lt2>
      <a:accent1>
        <a:srgbClr val="D78824"/>
      </a:accent1>
      <a:accent2>
        <a:srgbClr val="004B87"/>
      </a:accent2>
      <a:accent3>
        <a:srgbClr val="00A9E0"/>
      </a:accent3>
      <a:accent4>
        <a:srgbClr val="F2A900"/>
      </a:accent4>
      <a:accent5>
        <a:srgbClr val="B7302C"/>
      </a:accent5>
      <a:accent6>
        <a:srgbClr val="48A23F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b="1" dirty="0" smtClean="0">
            <a:latin typeface="Arial" pitchFamily="34" charset="0"/>
            <a:cs typeface="Arial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7F429C90-EEDB-924E-9995-A9A694733E71}" vid="{62B75ADE-6AC1-394A-A565-987AAA9069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8BDF109259C3742B70118398EA662DF" ma:contentTypeVersion="4" ma:contentTypeDescription="Create a new document." ma:contentTypeScope="" ma:versionID="739f9c85490d5e8d428cdd675dd8c7cd">
  <xsd:schema xmlns:xsd="http://www.w3.org/2001/XMLSchema" xmlns:xs="http://www.w3.org/2001/XMLSchema" xmlns:p="http://schemas.microsoft.com/office/2006/metadata/properties" xmlns:ns2="c0427815-c159-405c-a9c3-9204bd95a48e" targetNamespace="http://schemas.microsoft.com/office/2006/metadata/properties" ma:root="true" ma:fieldsID="3e30fb21375f54844de811bb38b6912f" ns2:_="">
    <xsd:import namespace="c0427815-c159-405c-a9c3-9204bd95a4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427815-c159-405c-a9c3-9204bd95a4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61DF2E-245C-45DF-A9A5-EABECEA4295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3B851B7-D313-4E85-A1E0-5976CFE11EC3}">
  <ds:schemaRefs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19f94994-4311-4823-a682-47492cb9e3e3"/>
    <ds:schemaRef ds:uri="http://schemas.microsoft.com/office/2006/metadata/properties"/>
    <ds:schemaRef ds:uri="http://purl.org/dc/elements/1.1/"/>
    <ds:schemaRef ds:uri="http://schemas.microsoft.com/sharepoint/v3"/>
    <ds:schemaRef ds:uri="a70944c9-f5be-4b0f-89c7-00caf47c665c"/>
  </ds:schemaRefs>
</ds:datastoreItem>
</file>

<file path=customXml/itemProps3.xml><?xml version="1.0" encoding="utf-8"?>
<ds:datastoreItem xmlns:ds="http://schemas.openxmlformats.org/officeDocument/2006/customXml" ds:itemID="{183B886A-FCC7-4CFA-98AF-7EF1C1F11BA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427815-c159-405c-a9c3-9204bd95a4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MathWorks Public PowerPoint Template</Template>
  <TotalTime>1203</TotalTime>
  <Words>37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Courier New</vt:lpstr>
      <vt:lpstr>Wingdings</vt:lpstr>
      <vt:lpstr>MW_Public_widescreen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Eva Pelster</dc:creator>
  <cp:keywords>Version 25.1</cp:keywords>
  <dc:description/>
  <cp:lastModifiedBy>Eva Pelster</cp:lastModifiedBy>
  <cp:revision>9</cp:revision>
  <dcterms:created xsi:type="dcterms:W3CDTF">2025-11-13T14:10:53Z</dcterms:created>
  <dcterms:modified xsi:type="dcterms:W3CDTF">2025-11-27T16:06:55Z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441712758</vt:i4>
  </property>
  <property fmtid="{D5CDD505-2E9C-101B-9397-08002B2CF9AE}" pid="3" name="_NewReviewCycle">
    <vt:lpwstr/>
  </property>
  <property fmtid="{D5CDD505-2E9C-101B-9397-08002B2CF9AE}" pid="4" name="_EmailSubject">
    <vt:lpwstr>Quick PPT question</vt:lpwstr>
  </property>
  <property fmtid="{D5CDD505-2E9C-101B-9397-08002B2CF9AE}" pid="5" name="_AuthorEmail">
    <vt:lpwstr>Julie.Cornell@mathworks.com</vt:lpwstr>
  </property>
  <property fmtid="{D5CDD505-2E9C-101B-9397-08002B2CF9AE}" pid="6" name="_AuthorEmailDisplayName">
    <vt:lpwstr>Julie Cornell</vt:lpwstr>
  </property>
  <property fmtid="{D5CDD505-2E9C-101B-9397-08002B2CF9AE}" pid="7" name="ContentTypeId">
    <vt:lpwstr>0x010100E8BDF109259C3742B70118398EA662DF</vt:lpwstr>
  </property>
  <property fmtid="{D5CDD505-2E9C-101B-9397-08002B2CF9AE}" pid="8" name="Order">
    <vt:r8>47491500</vt:r8>
  </property>
  <property fmtid="{D5CDD505-2E9C-101B-9397-08002B2CF9AE}" pid="9" name="xd_Signature">
    <vt:bool>false</vt:bool>
  </property>
  <property fmtid="{D5CDD505-2E9C-101B-9397-08002B2CF9AE}" pid="10" name="xd_ProgID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MediaServiceImageTags">
    <vt:lpwstr/>
  </property>
</Properties>
</file>